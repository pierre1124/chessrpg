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61" r:id="rId3"/>
    <p:sldMasterId id="2147483663" r:id="rId4"/>
    <p:sldMasterId id="2147483680" r:id="rId5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3500" type="screen16x9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專案進度截至</a:t>
            </a:r>
            <a:r>
              <a:rPr dirty="0"/>
              <a:t> 2026-10-27。資料來源（D:/project/</a:t>
            </a:r>
            <a:r>
              <a:rPr dirty="0" err="1"/>
              <a:t>ChessRPG</a:t>
            </a:r>
            <a:r>
              <a:rPr dirty="0"/>
              <a:t>/）：Docs/DeckEditor.md; Docs/CardAuthoring.md; Assets/Scripts/</a:t>
            </a:r>
            <a:r>
              <a:rPr dirty="0" err="1"/>
              <a:t>ChessCard.cs</a:t>
            </a:r>
            <a:r>
              <a:rPr dirty="0"/>
              <a:t>。</a:t>
            </a:r>
          </a:p>
          <a:p>
            <a:r>
              <a:rPr dirty="0" err="1"/>
              <a:t>畫面沿用原簡報中的實際遊戲截圖。既有回歸紀錄不等同雙端實機驗收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2026-10-27。資料來源（D:/project/ChessRPG/）：Tools/Verification/README.md; Assets/Scripts/Networking/MULTIPLAYER_README.md。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2026-10-27。資料來源（D:/project/ChessRPG/）：README.md; Docs/DeckEditor.md。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2026-10-27。資料來源（D:/project/ChessRPG/）：output/card-king-safety-regression.txt; README.md。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2026-10-27。資料來源（D:/project/ChessRPG/）：Assets/Scripts/FieldCardRules.cs; Tools/Verification/README.md。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2026-10-27。資料來源（D:/project/ChessRPG/）：Docs/CardKeywords.md; README.md。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2026-10-27。資料來源（D:/project/ChessRPG/）：Assets/Scripts/CardDamageRules.cs; Docs/CardAuthoring.md。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2026-10-27。資料來源（D:/project/ChessRPG/）：Docs/CardAuthoring.md; Docs/DamagePresentation.md; Docs/CardIdleEffects.md; output/card-idle-assets.txt; output/card-idle-live.txt。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2026-10-27。資料來源（D:/project/ChessRPG/）：Tools/Verification/README.md; Docs/CardIdleEffects.md。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2026-10-27。資料來源（D:/project/ChessRPG/）：output/card-king-safety-regression.txt; Tools/Verification/README.md; Docs/DamagePresentation.md。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專案進度截至 2026-10-27。資料來源（D:/project/ChessRPG/）：Docs/DeckEditor.md; Docs/CardAuthoring.md; Docs/CardIdleEffects.md; Docs/CardKeywords.md。</a:t>
            </a:r>
          </a:p>
          <a:p>
            <a:r>
              <a:t>畫面沿用原簡報中的實際遊戲截圖。既有回歸紀錄不等同雙端實機驗收。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>
            <a:extLst>
              <a:ext uri="{FF2B5EF4-FFF2-40B4-BE49-F238E27FC236}">
                <a16:creationId xmlns:a16="http://schemas.microsoft.com/office/drawing/2014/main" id="{9757DCAE-D094-4A27-834F-9CFEBD22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sz="4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2">
            <a:extLst>
              <a:ext uri="{FF2B5EF4-FFF2-40B4-BE49-F238E27FC236}">
                <a16:creationId xmlns:a16="http://schemas.microsoft.com/office/drawing/2014/main" id="{5DD7C187-C961-40F6-A7ED-663EE8FF32F4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266480"/>
            <a:ext cx="4157280" cy="157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3">
            <a:extLst>
              <a:ext uri="{FF2B5EF4-FFF2-40B4-BE49-F238E27FC236}">
                <a16:creationId xmlns:a16="http://schemas.microsoft.com/office/drawing/2014/main" id="{BFB79CC5-E768-4A48-B145-0CC83CF5D64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677120" y="1266480"/>
            <a:ext cx="4157280" cy="157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PlaceHolder 4">
            <a:extLst>
              <a:ext uri="{FF2B5EF4-FFF2-40B4-BE49-F238E27FC236}">
                <a16:creationId xmlns:a16="http://schemas.microsoft.com/office/drawing/2014/main" id="{3C0F11DE-09E9-4861-A705-E0A0F173A7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2991240"/>
            <a:ext cx="8519040" cy="1574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PlaceHolder 5">
            <a:extLst>
              <a:ext uri="{FF2B5EF4-FFF2-40B4-BE49-F238E27FC236}">
                <a16:creationId xmlns:a16="http://schemas.microsoft.com/office/drawing/2014/main" id="{ABBFE082-9D77-4AB7-AEF4-9C9256F4EDF2}"/>
              </a:ext>
            </a:extLst>
          </p:cNvPr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51B65CA-46FF-4C13-A5DF-43DFDF84573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2 Content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0;p2">
            <a:extLst>
              <a:ext uri="{FF2B5EF4-FFF2-40B4-BE49-F238E27FC236}">
                <a16:creationId xmlns:a16="http://schemas.microsoft.com/office/drawing/2014/main" id="{6E95738D-F606-4953-8D3D-F78C55472F68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8" name="Google Shape;11;p2">
            <a:extLst>
              <a:ext uri="{FF2B5EF4-FFF2-40B4-BE49-F238E27FC236}">
                <a16:creationId xmlns:a16="http://schemas.microsoft.com/office/drawing/2014/main" id="{2AFA3F51-F4E1-450B-9864-5094D22F583D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20" name="Google Shape;13;p2">
            <a:extLst>
              <a:ext uri="{FF2B5EF4-FFF2-40B4-BE49-F238E27FC236}">
                <a16:creationId xmlns:a16="http://schemas.microsoft.com/office/drawing/2014/main" id="{E712AB98-4EDC-4DBE-82FD-DDC99677CD96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21" name="Google Shape;14;p2">
            <a:extLst>
              <a:ext uri="{FF2B5EF4-FFF2-40B4-BE49-F238E27FC236}">
                <a16:creationId xmlns:a16="http://schemas.microsoft.com/office/drawing/2014/main" id="{0E7F64DB-2C4C-4FF6-8CC5-F9049155BAC8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23" name="Google Shape;16;p2">
            <a:extLst>
              <a:ext uri="{FF2B5EF4-FFF2-40B4-BE49-F238E27FC236}">
                <a16:creationId xmlns:a16="http://schemas.microsoft.com/office/drawing/2014/main" id="{3979E1B1-C934-4C36-A3D3-790C147D37B3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24" name="Google Shape;17;p2">
            <a:extLst>
              <a:ext uri="{FF2B5EF4-FFF2-40B4-BE49-F238E27FC236}">
                <a16:creationId xmlns:a16="http://schemas.microsoft.com/office/drawing/2014/main" id="{587C158C-C20D-4211-8224-A38D6E4FC1DA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25" name="PlaceHolder 1">
            <a:extLst>
              <a:ext uri="{FF2B5EF4-FFF2-40B4-BE49-F238E27FC236}">
                <a16:creationId xmlns:a16="http://schemas.microsoft.com/office/drawing/2014/main" id="{32AB4549-4BB0-4939-8E19-9A8DFB2E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6" name="PlaceHolder 2">
            <a:extLst>
              <a:ext uri="{FF2B5EF4-FFF2-40B4-BE49-F238E27FC236}">
                <a16:creationId xmlns:a16="http://schemas.microsoft.com/office/drawing/2014/main" id="{669ADF1C-9738-46E7-994B-1733002BCAF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7" name="PlaceHolder 3">
            <a:extLst>
              <a:ext uri="{FF2B5EF4-FFF2-40B4-BE49-F238E27FC236}">
                <a16:creationId xmlns:a16="http://schemas.microsoft.com/office/drawing/2014/main" id="{BEDA66D8-E9B3-426A-A9AB-8BBC1404781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8" name="PlaceHolder 4">
            <a:extLst>
              <a:ext uri="{FF2B5EF4-FFF2-40B4-BE49-F238E27FC236}">
                <a16:creationId xmlns:a16="http://schemas.microsoft.com/office/drawing/2014/main" id="{AB7A9FF9-1CCC-4A5B-8D0A-7F044F0140B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9" name="PlaceHolder 5">
            <a:extLst>
              <a:ext uri="{FF2B5EF4-FFF2-40B4-BE49-F238E27FC236}">
                <a16:creationId xmlns:a16="http://schemas.microsoft.com/office/drawing/2014/main" id="{2C45BB59-A54C-42C5-9352-7883176A974D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CD9AF86-6C8C-495A-918F-7F2B375520F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and 2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10;p2">
            <a:extLst>
              <a:ext uri="{FF2B5EF4-FFF2-40B4-BE49-F238E27FC236}">
                <a16:creationId xmlns:a16="http://schemas.microsoft.com/office/drawing/2014/main" id="{69F20436-F4CE-4E8B-9C43-78461FA8B441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31" name="Google Shape;11;p2">
            <a:extLst>
              <a:ext uri="{FF2B5EF4-FFF2-40B4-BE49-F238E27FC236}">
                <a16:creationId xmlns:a16="http://schemas.microsoft.com/office/drawing/2014/main" id="{D33FD383-2680-4062-9F5A-066EB952E427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33" name="Google Shape;13;p2">
            <a:extLst>
              <a:ext uri="{FF2B5EF4-FFF2-40B4-BE49-F238E27FC236}">
                <a16:creationId xmlns:a16="http://schemas.microsoft.com/office/drawing/2014/main" id="{B193ECB1-1519-40B4-B9E4-3C084E0F60F0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34" name="Google Shape;14;p2">
            <a:extLst>
              <a:ext uri="{FF2B5EF4-FFF2-40B4-BE49-F238E27FC236}">
                <a16:creationId xmlns:a16="http://schemas.microsoft.com/office/drawing/2014/main" id="{42AF7ACC-2CE5-41BF-8127-DF1ED85A2B75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36" name="Google Shape;16;p2">
            <a:extLst>
              <a:ext uri="{FF2B5EF4-FFF2-40B4-BE49-F238E27FC236}">
                <a16:creationId xmlns:a16="http://schemas.microsoft.com/office/drawing/2014/main" id="{729DF3EE-88F5-431B-AFDC-7195960E952D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37" name="Google Shape;17;p2">
            <a:extLst>
              <a:ext uri="{FF2B5EF4-FFF2-40B4-BE49-F238E27FC236}">
                <a16:creationId xmlns:a16="http://schemas.microsoft.com/office/drawing/2014/main" id="{1BFC7D2A-CD6D-4DC3-872D-364349CE5F9C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38" name="PlaceHolder 1">
            <a:extLst>
              <a:ext uri="{FF2B5EF4-FFF2-40B4-BE49-F238E27FC236}">
                <a16:creationId xmlns:a16="http://schemas.microsoft.com/office/drawing/2014/main" id="{EE29A278-D712-4049-BFD5-0EF15B5F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39" name="PlaceHolder 2">
            <a:extLst>
              <a:ext uri="{FF2B5EF4-FFF2-40B4-BE49-F238E27FC236}">
                <a16:creationId xmlns:a16="http://schemas.microsoft.com/office/drawing/2014/main" id="{14E49301-580F-48E6-BA00-2AFD7F37B72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40" name="PlaceHolder 3">
            <a:extLst>
              <a:ext uri="{FF2B5EF4-FFF2-40B4-BE49-F238E27FC236}">
                <a16:creationId xmlns:a16="http://schemas.microsoft.com/office/drawing/2014/main" id="{049912F4-402B-4821-A095-0C329A8897D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41" name="PlaceHolder 4">
            <a:extLst>
              <a:ext uri="{FF2B5EF4-FFF2-40B4-BE49-F238E27FC236}">
                <a16:creationId xmlns:a16="http://schemas.microsoft.com/office/drawing/2014/main" id="{850EFE53-2FEC-4FE9-9568-4F7A38BA003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42" name="PlaceHolder 5">
            <a:extLst>
              <a:ext uri="{FF2B5EF4-FFF2-40B4-BE49-F238E27FC236}">
                <a16:creationId xmlns:a16="http://schemas.microsoft.com/office/drawing/2014/main" id="{E40EAE1D-2BED-4174-BD3E-3DCE759DF92D}"/>
              </a:ext>
            </a:extLst>
          </p:cNvPr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838F074-CA4A-4CE7-B367-4C04F70D2BC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over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Google Shape;10;p2">
            <a:extLst>
              <a:ext uri="{FF2B5EF4-FFF2-40B4-BE49-F238E27FC236}">
                <a16:creationId xmlns:a16="http://schemas.microsoft.com/office/drawing/2014/main" id="{CDA86923-415A-40A8-8FEC-8812773A04CC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44" name="Google Shape;11;p2">
            <a:extLst>
              <a:ext uri="{FF2B5EF4-FFF2-40B4-BE49-F238E27FC236}">
                <a16:creationId xmlns:a16="http://schemas.microsoft.com/office/drawing/2014/main" id="{B62D6225-2277-438E-9D27-015FF59C1929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46" name="Google Shape;13;p2">
            <a:extLst>
              <a:ext uri="{FF2B5EF4-FFF2-40B4-BE49-F238E27FC236}">
                <a16:creationId xmlns:a16="http://schemas.microsoft.com/office/drawing/2014/main" id="{6FF6D9F4-884D-48C1-8F86-F3C609F346D0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47" name="Google Shape;14;p2">
            <a:extLst>
              <a:ext uri="{FF2B5EF4-FFF2-40B4-BE49-F238E27FC236}">
                <a16:creationId xmlns:a16="http://schemas.microsoft.com/office/drawing/2014/main" id="{8CEC18EB-71E3-49F1-84B8-161F9858C337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49" name="Google Shape;16;p2">
            <a:extLst>
              <a:ext uri="{FF2B5EF4-FFF2-40B4-BE49-F238E27FC236}">
                <a16:creationId xmlns:a16="http://schemas.microsoft.com/office/drawing/2014/main" id="{16E246B8-D17B-401F-9A9B-B75DC97D62D2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50" name="Google Shape;17;p2">
            <a:extLst>
              <a:ext uri="{FF2B5EF4-FFF2-40B4-BE49-F238E27FC236}">
                <a16:creationId xmlns:a16="http://schemas.microsoft.com/office/drawing/2014/main" id="{7125358E-96B5-4B24-A17A-AACB4A4DA748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51" name="PlaceHolder 1">
            <a:extLst>
              <a:ext uri="{FF2B5EF4-FFF2-40B4-BE49-F238E27FC236}">
                <a16:creationId xmlns:a16="http://schemas.microsoft.com/office/drawing/2014/main" id="{8EB0A586-BC23-4934-A466-A56C0670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52" name="PlaceHolder 2">
            <a:extLst>
              <a:ext uri="{FF2B5EF4-FFF2-40B4-BE49-F238E27FC236}">
                <a16:creationId xmlns:a16="http://schemas.microsoft.com/office/drawing/2014/main" id="{55E23578-FB53-4FBD-8E6F-150A4947847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53" name="PlaceHolder 3">
            <a:extLst>
              <a:ext uri="{FF2B5EF4-FFF2-40B4-BE49-F238E27FC236}">
                <a16:creationId xmlns:a16="http://schemas.microsoft.com/office/drawing/2014/main" id="{56562D2A-201D-4233-B759-82E778A1509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54" name="PlaceHolder 4">
            <a:extLst>
              <a:ext uri="{FF2B5EF4-FFF2-40B4-BE49-F238E27FC236}">
                <a16:creationId xmlns:a16="http://schemas.microsoft.com/office/drawing/2014/main" id="{601EF48D-D9CC-4593-A5C0-082CD8600CF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A17F760-06FE-48E2-A13F-BA60EF341DA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4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10;p2">
            <a:extLst>
              <a:ext uri="{FF2B5EF4-FFF2-40B4-BE49-F238E27FC236}">
                <a16:creationId xmlns:a16="http://schemas.microsoft.com/office/drawing/2014/main" id="{D87BCBE7-DB00-4F86-88D2-2D633FAF15F4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56" name="Google Shape;11;p2">
            <a:extLst>
              <a:ext uri="{FF2B5EF4-FFF2-40B4-BE49-F238E27FC236}">
                <a16:creationId xmlns:a16="http://schemas.microsoft.com/office/drawing/2014/main" id="{5FE23413-44B7-4233-BE48-4EFD45CD21B8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58" name="Google Shape;13;p2">
            <a:extLst>
              <a:ext uri="{FF2B5EF4-FFF2-40B4-BE49-F238E27FC236}">
                <a16:creationId xmlns:a16="http://schemas.microsoft.com/office/drawing/2014/main" id="{03FD4BEE-9B26-4150-8F2F-FE3FB29B549F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59" name="Google Shape;14;p2">
            <a:extLst>
              <a:ext uri="{FF2B5EF4-FFF2-40B4-BE49-F238E27FC236}">
                <a16:creationId xmlns:a16="http://schemas.microsoft.com/office/drawing/2014/main" id="{E76FD116-B649-465F-BF1B-A1CAFE0822BC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61" name="Google Shape;16;p2">
            <a:extLst>
              <a:ext uri="{FF2B5EF4-FFF2-40B4-BE49-F238E27FC236}">
                <a16:creationId xmlns:a16="http://schemas.microsoft.com/office/drawing/2014/main" id="{02309F14-C49B-4360-83DB-A10ED85C8C32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62" name="Google Shape;17;p2">
            <a:extLst>
              <a:ext uri="{FF2B5EF4-FFF2-40B4-BE49-F238E27FC236}">
                <a16:creationId xmlns:a16="http://schemas.microsoft.com/office/drawing/2014/main" id="{11476476-BADB-4EAD-A9C8-3277AB8C3EF4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63" name="PlaceHolder 1">
            <a:extLst>
              <a:ext uri="{FF2B5EF4-FFF2-40B4-BE49-F238E27FC236}">
                <a16:creationId xmlns:a16="http://schemas.microsoft.com/office/drawing/2014/main" id="{BFDCFBD7-BE58-4446-B6F2-398DA63D8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64" name="PlaceHolder 2">
            <a:extLst>
              <a:ext uri="{FF2B5EF4-FFF2-40B4-BE49-F238E27FC236}">
                <a16:creationId xmlns:a16="http://schemas.microsoft.com/office/drawing/2014/main" id="{6E0152D7-491C-4D85-A9DE-8C21D801FF1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65" name="PlaceHolder 3">
            <a:extLst>
              <a:ext uri="{FF2B5EF4-FFF2-40B4-BE49-F238E27FC236}">
                <a16:creationId xmlns:a16="http://schemas.microsoft.com/office/drawing/2014/main" id="{F735E1EF-2DA2-4B94-9F76-C6146E1B8CC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66" name="PlaceHolder 4">
            <a:extLst>
              <a:ext uri="{FF2B5EF4-FFF2-40B4-BE49-F238E27FC236}">
                <a16:creationId xmlns:a16="http://schemas.microsoft.com/office/drawing/2014/main" id="{A6E08EA5-1043-4937-92A7-20407EE128A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67" name="PlaceHolder 5">
            <a:extLst>
              <a:ext uri="{FF2B5EF4-FFF2-40B4-BE49-F238E27FC236}">
                <a16:creationId xmlns:a16="http://schemas.microsoft.com/office/drawing/2014/main" id="{C52D7257-C667-4BC4-9CE5-C6CA5F94EB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68" name="PlaceHolder 6">
            <a:extLst>
              <a:ext uri="{FF2B5EF4-FFF2-40B4-BE49-F238E27FC236}">
                <a16:creationId xmlns:a16="http://schemas.microsoft.com/office/drawing/2014/main" id="{DE805688-3546-473F-A556-748CFE9304B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C1F2F7-C579-4221-806A-89B86595FBA9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10;p2">
            <a:extLst>
              <a:ext uri="{FF2B5EF4-FFF2-40B4-BE49-F238E27FC236}">
                <a16:creationId xmlns:a16="http://schemas.microsoft.com/office/drawing/2014/main" id="{77A45796-D791-41AF-B020-707FC7C2B80C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70" name="Google Shape;11;p2">
            <a:extLst>
              <a:ext uri="{FF2B5EF4-FFF2-40B4-BE49-F238E27FC236}">
                <a16:creationId xmlns:a16="http://schemas.microsoft.com/office/drawing/2014/main" id="{268D5A8B-6EA8-4C93-AA30-893DCEDAA337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72" name="Google Shape;13;p2">
            <a:extLst>
              <a:ext uri="{FF2B5EF4-FFF2-40B4-BE49-F238E27FC236}">
                <a16:creationId xmlns:a16="http://schemas.microsoft.com/office/drawing/2014/main" id="{345C9AD4-5382-4C36-B72C-2CC9F98AC0A4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73" name="Google Shape;14;p2">
            <a:extLst>
              <a:ext uri="{FF2B5EF4-FFF2-40B4-BE49-F238E27FC236}">
                <a16:creationId xmlns:a16="http://schemas.microsoft.com/office/drawing/2014/main" id="{92E3AAF6-BA19-4FFF-A88B-6E1A2A464587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75" name="Google Shape;16;p2">
            <a:extLst>
              <a:ext uri="{FF2B5EF4-FFF2-40B4-BE49-F238E27FC236}">
                <a16:creationId xmlns:a16="http://schemas.microsoft.com/office/drawing/2014/main" id="{EA9D9931-05E0-437A-BAC4-2A9763F40658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76" name="Google Shape;17;p2">
            <a:extLst>
              <a:ext uri="{FF2B5EF4-FFF2-40B4-BE49-F238E27FC236}">
                <a16:creationId xmlns:a16="http://schemas.microsoft.com/office/drawing/2014/main" id="{F7FB6F03-B586-4341-B6F0-46BF0F2D2FC4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77" name="PlaceHolder 1">
            <a:extLst>
              <a:ext uri="{FF2B5EF4-FFF2-40B4-BE49-F238E27FC236}">
                <a16:creationId xmlns:a16="http://schemas.microsoft.com/office/drawing/2014/main" id="{6D95AA5C-F34C-4EAD-AABC-A18E6836E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78" name="PlaceHolder 2">
            <a:extLst>
              <a:ext uri="{FF2B5EF4-FFF2-40B4-BE49-F238E27FC236}">
                <a16:creationId xmlns:a16="http://schemas.microsoft.com/office/drawing/2014/main" id="{5C80B344-A0B9-4C3E-83CE-5E6F6B514D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79" name="PlaceHolder 3">
            <a:extLst>
              <a:ext uri="{FF2B5EF4-FFF2-40B4-BE49-F238E27FC236}">
                <a16:creationId xmlns:a16="http://schemas.microsoft.com/office/drawing/2014/main" id="{890EEC2D-C49C-48C6-B0AB-BE107A30D97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9248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80" name="PlaceHolder 4">
            <a:extLst>
              <a:ext uri="{FF2B5EF4-FFF2-40B4-BE49-F238E27FC236}">
                <a16:creationId xmlns:a16="http://schemas.microsoft.com/office/drawing/2014/main" id="{297C44E5-8E23-4641-80F8-D389FC72528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7320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81" name="PlaceHolder 5">
            <a:extLst>
              <a:ext uri="{FF2B5EF4-FFF2-40B4-BE49-F238E27FC236}">
                <a16:creationId xmlns:a16="http://schemas.microsoft.com/office/drawing/2014/main" id="{1A436B99-6FA5-4DAD-B8DD-040E49921B4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82" name="PlaceHolder 6">
            <a:extLst>
              <a:ext uri="{FF2B5EF4-FFF2-40B4-BE49-F238E27FC236}">
                <a16:creationId xmlns:a16="http://schemas.microsoft.com/office/drawing/2014/main" id="{1CC0D48B-3FAF-4094-B702-E50C5894251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9248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83" name="PlaceHolder 7">
            <a:extLst>
              <a:ext uri="{FF2B5EF4-FFF2-40B4-BE49-F238E27FC236}">
                <a16:creationId xmlns:a16="http://schemas.microsoft.com/office/drawing/2014/main" id="{9A61B528-647B-4C8E-AF84-E746A7A16E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7320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84" name="PlaceHolder 8">
            <a:extLst>
              <a:ext uri="{FF2B5EF4-FFF2-40B4-BE49-F238E27FC236}">
                <a16:creationId xmlns:a16="http://schemas.microsoft.com/office/drawing/2014/main" id="{23FB7CB3-489F-496A-B190-012AFDE76850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509196C-96FF-4BE3-B387-64BD933F6FF7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10;p2">
            <a:extLst>
              <a:ext uri="{FF2B5EF4-FFF2-40B4-BE49-F238E27FC236}">
                <a16:creationId xmlns:a16="http://schemas.microsoft.com/office/drawing/2014/main" id="{792A1C5E-9FA5-4DD3-8BF8-2B675FB46BDE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86" name="Google Shape;11;p2">
            <a:extLst>
              <a:ext uri="{FF2B5EF4-FFF2-40B4-BE49-F238E27FC236}">
                <a16:creationId xmlns:a16="http://schemas.microsoft.com/office/drawing/2014/main" id="{2DB57EA1-B2BA-4DFF-A33C-41F356D64D00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88" name="Google Shape;13;p2">
            <a:extLst>
              <a:ext uri="{FF2B5EF4-FFF2-40B4-BE49-F238E27FC236}">
                <a16:creationId xmlns:a16="http://schemas.microsoft.com/office/drawing/2014/main" id="{61809F6A-9408-40B9-9B56-575974049151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89" name="Google Shape;14;p2">
            <a:extLst>
              <a:ext uri="{FF2B5EF4-FFF2-40B4-BE49-F238E27FC236}">
                <a16:creationId xmlns:a16="http://schemas.microsoft.com/office/drawing/2014/main" id="{B87F1399-B17D-40E4-8874-D22E2158836B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91" name="Google Shape;16;p2">
            <a:extLst>
              <a:ext uri="{FF2B5EF4-FFF2-40B4-BE49-F238E27FC236}">
                <a16:creationId xmlns:a16="http://schemas.microsoft.com/office/drawing/2014/main" id="{7C16DC6B-0880-406B-8179-E76696F5BB16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92" name="Google Shape;17;p2">
            <a:extLst>
              <a:ext uri="{FF2B5EF4-FFF2-40B4-BE49-F238E27FC236}">
                <a16:creationId xmlns:a16="http://schemas.microsoft.com/office/drawing/2014/main" id="{F287C882-59B6-4028-94AA-0541F028E5C6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93" name="PlaceHolder 1">
            <a:extLst>
              <a:ext uri="{FF2B5EF4-FFF2-40B4-BE49-F238E27FC236}">
                <a16:creationId xmlns:a16="http://schemas.microsoft.com/office/drawing/2014/main" id="{D23C1E3B-ED4F-4C96-8997-CA8B1C6FDD46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3C74D9F-F030-4170-8333-027C82EE9D1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10;p2">
            <a:extLst>
              <a:ext uri="{FF2B5EF4-FFF2-40B4-BE49-F238E27FC236}">
                <a16:creationId xmlns:a16="http://schemas.microsoft.com/office/drawing/2014/main" id="{BA517A36-E7EB-4E9B-84DF-710E4E4C1B78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95" name="Google Shape;11;p2">
            <a:extLst>
              <a:ext uri="{FF2B5EF4-FFF2-40B4-BE49-F238E27FC236}">
                <a16:creationId xmlns:a16="http://schemas.microsoft.com/office/drawing/2014/main" id="{241EE191-A4D9-46CB-BE89-D756A74AFEB1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97" name="Google Shape;13;p2">
            <a:extLst>
              <a:ext uri="{FF2B5EF4-FFF2-40B4-BE49-F238E27FC236}">
                <a16:creationId xmlns:a16="http://schemas.microsoft.com/office/drawing/2014/main" id="{791961B5-BDEE-479E-8A29-41A23FAD8371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98" name="Google Shape;14;p2">
            <a:extLst>
              <a:ext uri="{FF2B5EF4-FFF2-40B4-BE49-F238E27FC236}">
                <a16:creationId xmlns:a16="http://schemas.microsoft.com/office/drawing/2014/main" id="{8B2DB8F9-587A-489A-8591-CB2B83516D47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100" name="Google Shape;16;p2">
            <a:extLst>
              <a:ext uri="{FF2B5EF4-FFF2-40B4-BE49-F238E27FC236}">
                <a16:creationId xmlns:a16="http://schemas.microsoft.com/office/drawing/2014/main" id="{84E14F47-68F6-4742-BD68-FAFB9C1D4376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01" name="Google Shape;17;p2">
            <a:extLst>
              <a:ext uri="{FF2B5EF4-FFF2-40B4-BE49-F238E27FC236}">
                <a16:creationId xmlns:a16="http://schemas.microsoft.com/office/drawing/2014/main" id="{58F1A197-B9AC-4AFB-98E2-2F6A3B82BFC0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102" name="PlaceHolder 1">
            <a:extLst>
              <a:ext uri="{FF2B5EF4-FFF2-40B4-BE49-F238E27FC236}">
                <a16:creationId xmlns:a16="http://schemas.microsoft.com/office/drawing/2014/main" id="{6DD3B492-DF73-4037-A3DA-20032A87B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03" name="PlaceHolder 2">
            <a:extLst>
              <a:ext uri="{FF2B5EF4-FFF2-40B4-BE49-F238E27FC236}">
                <a16:creationId xmlns:a16="http://schemas.microsoft.com/office/drawing/2014/main" id="{BB19AD55-05D1-40E4-B660-A19BAB9FE08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04" name="PlaceHolder 3">
            <a:extLst>
              <a:ext uri="{FF2B5EF4-FFF2-40B4-BE49-F238E27FC236}">
                <a16:creationId xmlns:a16="http://schemas.microsoft.com/office/drawing/2014/main" id="{BD555597-0A9B-4CE8-B069-D822B7E1140F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3C99CAE-86EF-4E0F-AA77-9E2CB1A8F1B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;p2">
            <a:extLst>
              <a:ext uri="{FF2B5EF4-FFF2-40B4-BE49-F238E27FC236}">
                <a16:creationId xmlns:a16="http://schemas.microsoft.com/office/drawing/2014/main" id="{3328360A-839F-4EA0-85B2-B2943F82BDE4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06" name="Google Shape;11;p2">
            <a:extLst>
              <a:ext uri="{FF2B5EF4-FFF2-40B4-BE49-F238E27FC236}">
                <a16:creationId xmlns:a16="http://schemas.microsoft.com/office/drawing/2014/main" id="{32D75469-6368-4C55-9774-6F901AB3B932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08" name="Google Shape;13;p2">
            <a:extLst>
              <a:ext uri="{FF2B5EF4-FFF2-40B4-BE49-F238E27FC236}">
                <a16:creationId xmlns:a16="http://schemas.microsoft.com/office/drawing/2014/main" id="{5A3C1053-EA3B-4A6B-8EC7-402D8E5A324C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09" name="Google Shape;14;p2">
            <a:extLst>
              <a:ext uri="{FF2B5EF4-FFF2-40B4-BE49-F238E27FC236}">
                <a16:creationId xmlns:a16="http://schemas.microsoft.com/office/drawing/2014/main" id="{EAF18E44-39CD-4B06-9E46-D0E52DCA88FC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111" name="Google Shape;16;p2">
            <a:extLst>
              <a:ext uri="{FF2B5EF4-FFF2-40B4-BE49-F238E27FC236}">
                <a16:creationId xmlns:a16="http://schemas.microsoft.com/office/drawing/2014/main" id="{05D88FCE-20E2-440B-8E93-4A569FA6D5B2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12" name="Google Shape;17;p2">
            <a:extLst>
              <a:ext uri="{FF2B5EF4-FFF2-40B4-BE49-F238E27FC236}">
                <a16:creationId xmlns:a16="http://schemas.microsoft.com/office/drawing/2014/main" id="{B331AF21-B1FA-495F-8075-03FA00AC76EC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113" name="PlaceHolder 1">
            <a:extLst>
              <a:ext uri="{FF2B5EF4-FFF2-40B4-BE49-F238E27FC236}">
                <a16:creationId xmlns:a16="http://schemas.microsoft.com/office/drawing/2014/main" id="{9AE17C37-C380-4D1B-97ED-6BA3EF474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14" name="PlaceHolder 2">
            <a:extLst>
              <a:ext uri="{FF2B5EF4-FFF2-40B4-BE49-F238E27FC236}">
                <a16:creationId xmlns:a16="http://schemas.microsoft.com/office/drawing/2014/main" id="{BB1D40A1-6DAD-4B1A-9DD2-4BB68DA9315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15" name="PlaceHolder 3">
            <a:extLst>
              <a:ext uri="{FF2B5EF4-FFF2-40B4-BE49-F238E27FC236}">
                <a16:creationId xmlns:a16="http://schemas.microsoft.com/office/drawing/2014/main" id="{06A6748E-FB64-4E7D-89CE-AB8668BFDC6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16" name="PlaceHolder 4">
            <a:extLst>
              <a:ext uri="{FF2B5EF4-FFF2-40B4-BE49-F238E27FC236}">
                <a16:creationId xmlns:a16="http://schemas.microsoft.com/office/drawing/2014/main" id="{F4A2CF95-BFCE-40BF-819B-E6C257D52E8E}"/>
              </a:ext>
            </a:extLst>
          </p:cNvPr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998BAFF-F5ED-4DF9-80B0-8EF0ABC634B5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0;p2">
            <a:extLst>
              <a:ext uri="{FF2B5EF4-FFF2-40B4-BE49-F238E27FC236}">
                <a16:creationId xmlns:a16="http://schemas.microsoft.com/office/drawing/2014/main" id="{5A9C7749-99BD-4A7D-8A6C-8EA4283C71BC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18" name="Google Shape;11;p2">
            <a:extLst>
              <a:ext uri="{FF2B5EF4-FFF2-40B4-BE49-F238E27FC236}">
                <a16:creationId xmlns:a16="http://schemas.microsoft.com/office/drawing/2014/main" id="{22EE6F2D-A1E0-4A0B-B9D4-5B8E36623F1F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20" name="Google Shape;13;p2">
            <a:extLst>
              <a:ext uri="{FF2B5EF4-FFF2-40B4-BE49-F238E27FC236}">
                <a16:creationId xmlns:a16="http://schemas.microsoft.com/office/drawing/2014/main" id="{51766638-FC9F-43D6-B96E-AC67B4138CA7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21" name="Google Shape;14;p2">
            <a:extLst>
              <a:ext uri="{FF2B5EF4-FFF2-40B4-BE49-F238E27FC236}">
                <a16:creationId xmlns:a16="http://schemas.microsoft.com/office/drawing/2014/main" id="{AE275BF6-414D-420B-8850-BA7257EC0B7D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123" name="Google Shape;16;p2">
            <a:extLst>
              <a:ext uri="{FF2B5EF4-FFF2-40B4-BE49-F238E27FC236}">
                <a16:creationId xmlns:a16="http://schemas.microsoft.com/office/drawing/2014/main" id="{81D82721-1164-453E-A39E-0A43A133563C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24" name="Google Shape;17;p2">
            <a:extLst>
              <a:ext uri="{FF2B5EF4-FFF2-40B4-BE49-F238E27FC236}">
                <a16:creationId xmlns:a16="http://schemas.microsoft.com/office/drawing/2014/main" id="{BFC9985D-CCA8-4BE1-BAB8-7F550340A5A3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125" name="PlaceHolder 1">
            <a:extLst>
              <a:ext uri="{FF2B5EF4-FFF2-40B4-BE49-F238E27FC236}">
                <a16:creationId xmlns:a16="http://schemas.microsoft.com/office/drawing/2014/main" id="{24A5F13B-F052-4FE8-AE11-82C9AB314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26" name="PlaceHolder 2">
            <a:extLst>
              <a:ext uri="{FF2B5EF4-FFF2-40B4-BE49-F238E27FC236}">
                <a16:creationId xmlns:a16="http://schemas.microsoft.com/office/drawing/2014/main" id="{5412D1B7-478F-4FBB-B573-79F6CD7F0B77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A914BB-CDF2-4724-91BF-A349105D313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entered 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7" name="Google Shape;10;p2">
            <a:extLst>
              <a:ext uri="{FF2B5EF4-FFF2-40B4-BE49-F238E27FC236}">
                <a16:creationId xmlns:a16="http://schemas.microsoft.com/office/drawing/2014/main" id="{9FFF27AD-AB5D-42C6-890F-1207E9351E5D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28" name="Google Shape;11;p2">
            <a:extLst>
              <a:ext uri="{FF2B5EF4-FFF2-40B4-BE49-F238E27FC236}">
                <a16:creationId xmlns:a16="http://schemas.microsoft.com/office/drawing/2014/main" id="{BC405A1C-9DA9-4AF1-9A4E-ED718212DF62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30" name="Google Shape;13;p2">
            <a:extLst>
              <a:ext uri="{FF2B5EF4-FFF2-40B4-BE49-F238E27FC236}">
                <a16:creationId xmlns:a16="http://schemas.microsoft.com/office/drawing/2014/main" id="{E32FBDF9-56D3-4511-AE08-47B099B01EF6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31" name="Google Shape;14;p2">
            <a:extLst>
              <a:ext uri="{FF2B5EF4-FFF2-40B4-BE49-F238E27FC236}">
                <a16:creationId xmlns:a16="http://schemas.microsoft.com/office/drawing/2014/main" id="{F8CB6479-31A1-43FD-9CEE-C77B627398E6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133" name="Google Shape;16;p2">
            <a:extLst>
              <a:ext uri="{FF2B5EF4-FFF2-40B4-BE49-F238E27FC236}">
                <a16:creationId xmlns:a16="http://schemas.microsoft.com/office/drawing/2014/main" id="{6D0D2E53-AF71-4D1E-BCDA-04C8B4F0D28C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34" name="Google Shape;17;p2">
            <a:extLst>
              <a:ext uri="{FF2B5EF4-FFF2-40B4-BE49-F238E27FC236}">
                <a16:creationId xmlns:a16="http://schemas.microsoft.com/office/drawing/2014/main" id="{29E8F1CB-4859-4426-BF0A-FCAE10B23FB2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135" name="PlaceHolder 1">
            <a:extLst>
              <a:ext uri="{FF2B5EF4-FFF2-40B4-BE49-F238E27FC236}">
                <a16:creationId xmlns:a16="http://schemas.microsoft.com/office/drawing/2014/main" id="{A47E5A57-6E36-418A-99BA-16B83AE042F8}"/>
              </a:ext>
            </a:extLst>
          </p:cNvPr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601E4E-1414-40B5-BD98-B19E5032176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>
            <a:extLst>
              <a:ext uri="{FF2B5EF4-FFF2-40B4-BE49-F238E27FC236}">
                <a16:creationId xmlns:a16="http://schemas.microsoft.com/office/drawing/2014/main" id="{43B73E8E-AFE1-4879-AF83-257D0C003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sz="4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PlaceHolder 2">
            <a:extLst>
              <a:ext uri="{FF2B5EF4-FFF2-40B4-BE49-F238E27FC236}">
                <a16:creationId xmlns:a16="http://schemas.microsoft.com/office/drawing/2014/main" id="{F0064AE1-2BD7-47AE-BA33-C06F97EDCBC0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sz="32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C4551D29-ED6B-46A2-AE35-61DF0EE62C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F49BA5-AFCF-4F99-9D71-EF48D8D2E4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26;p4">
            <a:extLst>
              <a:ext uri="{FF2B5EF4-FFF2-40B4-BE49-F238E27FC236}">
                <a16:creationId xmlns:a16="http://schemas.microsoft.com/office/drawing/2014/main" id="{A9388EB9-D587-469C-ACFB-9A765A998E0B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PlaceHolder 1">
            <a:extLst>
              <a:ext uri="{FF2B5EF4-FFF2-40B4-BE49-F238E27FC236}">
                <a16:creationId xmlns:a16="http://schemas.microsoft.com/office/drawing/2014/main" id="{C7CBCDF4-5340-4657-B57E-33F481613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51" name="PlaceHolder 2">
            <a:extLst>
              <a:ext uri="{FF2B5EF4-FFF2-40B4-BE49-F238E27FC236}">
                <a16:creationId xmlns:a16="http://schemas.microsoft.com/office/drawing/2014/main" id="{E8A06F44-A37E-4DA6-8152-F341DEC2FA8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52" name="PlaceHolder 3">
            <a:extLst>
              <a:ext uri="{FF2B5EF4-FFF2-40B4-BE49-F238E27FC236}">
                <a16:creationId xmlns:a16="http://schemas.microsoft.com/office/drawing/2014/main" id="{A16A68AB-13E8-405E-B6E0-A5C1FC0D5200}"/>
              </a:ext>
            </a:extLst>
          </p:cNvPr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92E5D3E-C08B-4B5B-A892-46F1C9807759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預設 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26;p4">
            <a:extLst>
              <a:ext uri="{FF2B5EF4-FFF2-40B4-BE49-F238E27FC236}">
                <a16:creationId xmlns:a16="http://schemas.microsoft.com/office/drawing/2014/main" id="{05840F90-A4C8-4DC3-A23E-4B61E128C5C9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" name="PlaceHolder 1">
            <a:extLst>
              <a:ext uri="{FF2B5EF4-FFF2-40B4-BE49-F238E27FC236}">
                <a16:creationId xmlns:a16="http://schemas.microsoft.com/office/drawing/2014/main" id="{EAF07216-73E7-4178-90A6-9AD400394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55" name="PlaceHolder 2">
            <a:extLst>
              <a:ext uri="{FF2B5EF4-FFF2-40B4-BE49-F238E27FC236}">
                <a16:creationId xmlns:a16="http://schemas.microsoft.com/office/drawing/2014/main" id="{AD6AF91D-41DD-4344-AFA7-48B0CAB87F2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56" name="PlaceHolder 3">
            <a:extLst>
              <a:ext uri="{FF2B5EF4-FFF2-40B4-BE49-F238E27FC236}">
                <a16:creationId xmlns:a16="http://schemas.microsoft.com/office/drawing/2014/main" id="{B0E85612-3FD4-4A8B-BC44-92732EE5769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57" name="PlaceHolder 4">
            <a:extLst>
              <a:ext uri="{FF2B5EF4-FFF2-40B4-BE49-F238E27FC236}">
                <a16:creationId xmlns:a16="http://schemas.microsoft.com/office/drawing/2014/main" id="{6E874A11-BCDA-4712-8088-9408B05A1164}"/>
              </a:ext>
            </a:extLst>
          </p:cNvPr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21B6184-676B-4350-88FE-6AE6A24C904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預設 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26;p4">
            <a:extLst>
              <a:ext uri="{FF2B5EF4-FFF2-40B4-BE49-F238E27FC236}">
                <a16:creationId xmlns:a16="http://schemas.microsoft.com/office/drawing/2014/main" id="{E74FB0CD-78D5-4A72-82FA-593FB604EB0B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PlaceHolder 1">
            <a:extLst>
              <a:ext uri="{FF2B5EF4-FFF2-40B4-BE49-F238E27FC236}">
                <a16:creationId xmlns:a16="http://schemas.microsoft.com/office/drawing/2014/main" id="{536AF372-A485-4FE2-8ADB-8391BF72F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60" name="PlaceHolder 2">
            <a:extLst>
              <a:ext uri="{FF2B5EF4-FFF2-40B4-BE49-F238E27FC236}">
                <a16:creationId xmlns:a16="http://schemas.microsoft.com/office/drawing/2014/main" id="{2884F4F7-33CC-45F0-9D44-CBC69DC51844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C08A6E5-99AE-4675-A9FD-DE3FD380BAEB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預設 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26;p4">
            <a:extLst>
              <a:ext uri="{FF2B5EF4-FFF2-40B4-BE49-F238E27FC236}">
                <a16:creationId xmlns:a16="http://schemas.microsoft.com/office/drawing/2014/main" id="{BB7F94C0-E6B8-4513-AC75-9EE5099EC1E0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2" name="PlaceHolder 1">
            <a:extLst>
              <a:ext uri="{FF2B5EF4-FFF2-40B4-BE49-F238E27FC236}">
                <a16:creationId xmlns:a16="http://schemas.microsoft.com/office/drawing/2014/main" id="{1C6A7375-5861-4E0B-9036-2F5D56E89A62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E9CB893-F5A8-4678-9A02-30ECCC42E2E7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26;p4">
            <a:extLst>
              <a:ext uri="{FF2B5EF4-FFF2-40B4-BE49-F238E27FC236}">
                <a16:creationId xmlns:a16="http://schemas.microsoft.com/office/drawing/2014/main" id="{E2396438-7AFA-4EC2-8749-C4076368D33C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PlaceHolder 1">
            <a:extLst>
              <a:ext uri="{FF2B5EF4-FFF2-40B4-BE49-F238E27FC236}">
                <a16:creationId xmlns:a16="http://schemas.microsoft.com/office/drawing/2014/main" id="{470E8849-CB35-4EC8-AD40-57F6E3592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65" name="PlaceHolder 2">
            <a:extLst>
              <a:ext uri="{FF2B5EF4-FFF2-40B4-BE49-F238E27FC236}">
                <a16:creationId xmlns:a16="http://schemas.microsoft.com/office/drawing/2014/main" id="{C04DB0B7-0E9F-49D7-B22F-B5B791D7879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66" name="PlaceHolder 3">
            <a:extLst>
              <a:ext uri="{FF2B5EF4-FFF2-40B4-BE49-F238E27FC236}">
                <a16:creationId xmlns:a16="http://schemas.microsoft.com/office/drawing/2014/main" id="{0E3D0BAD-51D8-4B88-ACA4-D0DC666FFA7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67" name="PlaceHolder 4">
            <a:extLst>
              <a:ext uri="{FF2B5EF4-FFF2-40B4-BE49-F238E27FC236}">
                <a16:creationId xmlns:a16="http://schemas.microsoft.com/office/drawing/2014/main" id="{496F1259-B667-4541-A87C-DB739FF1D58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68" name="PlaceHolder 5">
            <a:extLst>
              <a:ext uri="{FF2B5EF4-FFF2-40B4-BE49-F238E27FC236}">
                <a16:creationId xmlns:a16="http://schemas.microsoft.com/office/drawing/2014/main" id="{8FCC5424-AF35-431E-819B-7E5C64199607}"/>
              </a:ext>
            </a:extLst>
          </p:cNvPr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FC91D59-432E-4C65-8A3E-DFF98373A6FF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26;p4">
            <a:extLst>
              <a:ext uri="{FF2B5EF4-FFF2-40B4-BE49-F238E27FC236}">
                <a16:creationId xmlns:a16="http://schemas.microsoft.com/office/drawing/2014/main" id="{23E7B260-3495-43A3-BE59-E13492A88227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PlaceHolder 1">
            <a:extLst>
              <a:ext uri="{FF2B5EF4-FFF2-40B4-BE49-F238E27FC236}">
                <a16:creationId xmlns:a16="http://schemas.microsoft.com/office/drawing/2014/main" id="{5F623006-F2B0-4D47-B013-53FCF3621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71" name="PlaceHolder 2">
            <a:extLst>
              <a:ext uri="{FF2B5EF4-FFF2-40B4-BE49-F238E27FC236}">
                <a16:creationId xmlns:a16="http://schemas.microsoft.com/office/drawing/2014/main" id="{856A248E-95B7-45CF-82BD-670B292C03F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72" name="PlaceHolder 3">
            <a:extLst>
              <a:ext uri="{FF2B5EF4-FFF2-40B4-BE49-F238E27FC236}">
                <a16:creationId xmlns:a16="http://schemas.microsoft.com/office/drawing/2014/main" id="{A7344B30-926A-4F7C-B804-51DA0CFCA75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73" name="PlaceHolder 4">
            <a:extLst>
              <a:ext uri="{FF2B5EF4-FFF2-40B4-BE49-F238E27FC236}">
                <a16:creationId xmlns:a16="http://schemas.microsoft.com/office/drawing/2014/main" id="{46D55C94-F84F-4583-9A81-1E4E4A5CCC1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74" name="PlaceHolder 5">
            <a:extLst>
              <a:ext uri="{FF2B5EF4-FFF2-40B4-BE49-F238E27FC236}">
                <a16:creationId xmlns:a16="http://schemas.microsoft.com/office/drawing/2014/main" id="{F250A202-9275-4B9D-997A-BC4729FD63AF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6A1FB27-D29C-4ACC-A2EE-8D804A4A792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26;p4">
            <a:extLst>
              <a:ext uri="{FF2B5EF4-FFF2-40B4-BE49-F238E27FC236}">
                <a16:creationId xmlns:a16="http://schemas.microsoft.com/office/drawing/2014/main" id="{9CD94E9E-2C94-454F-B859-CD0506CA063B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PlaceHolder 1">
            <a:extLst>
              <a:ext uri="{FF2B5EF4-FFF2-40B4-BE49-F238E27FC236}">
                <a16:creationId xmlns:a16="http://schemas.microsoft.com/office/drawing/2014/main" id="{20740F1D-7E85-4B1D-95EC-3418AF0A6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77" name="PlaceHolder 2">
            <a:extLst>
              <a:ext uri="{FF2B5EF4-FFF2-40B4-BE49-F238E27FC236}">
                <a16:creationId xmlns:a16="http://schemas.microsoft.com/office/drawing/2014/main" id="{1FC71A80-4245-4846-8E55-E625BD820CD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78" name="PlaceHolder 3">
            <a:extLst>
              <a:ext uri="{FF2B5EF4-FFF2-40B4-BE49-F238E27FC236}">
                <a16:creationId xmlns:a16="http://schemas.microsoft.com/office/drawing/2014/main" id="{428165D2-EF2E-4A61-829E-DC8630495BA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79" name="PlaceHolder 4">
            <a:extLst>
              <a:ext uri="{FF2B5EF4-FFF2-40B4-BE49-F238E27FC236}">
                <a16:creationId xmlns:a16="http://schemas.microsoft.com/office/drawing/2014/main" id="{BE2DD6E6-0A0E-4E80-9846-CF0FF792A22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80" name="PlaceHolder 5">
            <a:extLst>
              <a:ext uri="{FF2B5EF4-FFF2-40B4-BE49-F238E27FC236}">
                <a16:creationId xmlns:a16="http://schemas.microsoft.com/office/drawing/2014/main" id="{8A9C1FAB-BBAF-4C93-8259-A9CA0E81AEF5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0763EA1-F0A8-4263-9597-1679CF0E76B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26;p4">
            <a:extLst>
              <a:ext uri="{FF2B5EF4-FFF2-40B4-BE49-F238E27FC236}">
                <a16:creationId xmlns:a16="http://schemas.microsoft.com/office/drawing/2014/main" id="{0BEAFCAF-2BF8-48AF-8F50-E9D0D213FE9D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PlaceHolder 1">
            <a:extLst>
              <a:ext uri="{FF2B5EF4-FFF2-40B4-BE49-F238E27FC236}">
                <a16:creationId xmlns:a16="http://schemas.microsoft.com/office/drawing/2014/main" id="{4C5795AD-5F10-4EB6-97DE-756AC78EF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83" name="PlaceHolder 2">
            <a:extLst>
              <a:ext uri="{FF2B5EF4-FFF2-40B4-BE49-F238E27FC236}">
                <a16:creationId xmlns:a16="http://schemas.microsoft.com/office/drawing/2014/main" id="{37199E7C-5CD2-4D2B-830F-77D24E1AA42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84" name="PlaceHolder 3">
            <a:extLst>
              <a:ext uri="{FF2B5EF4-FFF2-40B4-BE49-F238E27FC236}">
                <a16:creationId xmlns:a16="http://schemas.microsoft.com/office/drawing/2014/main" id="{F4649B22-F2A4-4370-BBFE-C67B83DCD1D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85" name="PlaceHolder 4">
            <a:extLst>
              <a:ext uri="{FF2B5EF4-FFF2-40B4-BE49-F238E27FC236}">
                <a16:creationId xmlns:a16="http://schemas.microsoft.com/office/drawing/2014/main" id="{D06DF36D-64E5-4057-BA85-7F7745A38B4E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EB495FB-7993-4538-BA2B-F8F8AC84D08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26;p4">
            <a:extLst>
              <a:ext uri="{FF2B5EF4-FFF2-40B4-BE49-F238E27FC236}">
                <a16:creationId xmlns:a16="http://schemas.microsoft.com/office/drawing/2014/main" id="{9C27ED88-B8AB-4729-A399-6C116846D879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PlaceHolder 1">
            <a:extLst>
              <a:ext uri="{FF2B5EF4-FFF2-40B4-BE49-F238E27FC236}">
                <a16:creationId xmlns:a16="http://schemas.microsoft.com/office/drawing/2014/main" id="{6A12736D-3CEC-4ED1-B484-F3AD50D4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88" name="PlaceHolder 2">
            <a:extLst>
              <a:ext uri="{FF2B5EF4-FFF2-40B4-BE49-F238E27FC236}">
                <a16:creationId xmlns:a16="http://schemas.microsoft.com/office/drawing/2014/main" id="{46465149-AD0A-48F9-BCA6-F7474C3E10E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89" name="PlaceHolder 3">
            <a:extLst>
              <a:ext uri="{FF2B5EF4-FFF2-40B4-BE49-F238E27FC236}">
                <a16:creationId xmlns:a16="http://schemas.microsoft.com/office/drawing/2014/main" id="{743D8ABE-DD44-4B5D-A06B-8820FE2A5B5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90" name="PlaceHolder 4">
            <a:extLst>
              <a:ext uri="{FF2B5EF4-FFF2-40B4-BE49-F238E27FC236}">
                <a16:creationId xmlns:a16="http://schemas.microsoft.com/office/drawing/2014/main" id="{AF624371-631B-421F-B5FC-B7FA3FC65B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91" name="PlaceHolder 5">
            <a:extLst>
              <a:ext uri="{FF2B5EF4-FFF2-40B4-BE49-F238E27FC236}">
                <a16:creationId xmlns:a16="http://schemas.microsoft.com/office/drawing/2014/main" id="{DD7F4CD2-E2BD-4EB3-A1DE-213E64A0F4C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92" name="PlaceHolder 6">
            <a:extLst>
              <a:ext uri="{FF2B5EF4-FFF2-40B4-BE49-F238E27FC236}">
                <a16:creationId xmlns:a16="http://schemas.microsoft.com/office/drawing/2014/main" id="{54AEA88C-FC45-4C43-AE06-F3CF5DEC6ADB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A2A8CB3-9BC0-4390-9A35-4F8AB27278C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預設 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26;p4">
            <a:extLst>
              <a:ext uri="{FF2B5EF4-FFF2-40B4-BE49-F238E27FC236}">
                <a16:creationId xmlns:a16="http://schemas.microsoft.com/office/drawing/2014/main" id="{154A6ABD-084B-4FF5-AD50-9BCD9A12877F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PlaceHolder 1">
            <a:extLst>
              <a:ext uri="{FF2B5EF4-FFF2-40B4-BE49-F238E27FC236}">
                <a16:creationId xmlns:a16="http://schemas.microsoft.com/office/drawing/2014/main" id="{183EBD7A-013A-40FC-82F1-D5647993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95" name="PlaceHolder 2">
            <a:extLst>
              <a:ext uri="{FF2B5EF4-FFF2-40B4-BE49-F238E27FC236}">
                <a16:creationId xmlns:a16="http://schemas.microsoft.com/office/drawing/2014/main" id="{6FC700B8-E67E-4E04-8919-A4D7695AE8D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96" name="PlaceHolder 3">
            <a:extLst>
              <a:ext uri="{FF2B5EF4-FFF2-40B4-BE49-F238E27FC236}">
                <a16:creationId xmlns:a16="http://schemas.microsoft.com/office/drawing/2014/main" id="{BB62AB2E-4979-463E-BB52-917317900BA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9248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97" name="PlaceHolder 4">
            <a:extLst>
              <a:ext uri="{FF2B5EF4-FFF2-40B4-BE49-F238E27FC236}">
                <a16:creationId xmlns:a16="http://schemas.microsoft.com/office/drawing/2014/main" id="{778B2B91-E94F-46FA-A769-647B82D128E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7320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98" name="PlaceHolder 5">
            <a:extLst>
              <a:ext uri="{FF2B5EF4-FFF2-40B4-BE49-F238E27FC236}">
                <a16:creationId xmlns:a16="http://schemas.microsoft.com/office/drawing/2014/main" id="{0F50FFD3-E96C-4532-AD7F-012AA2840AA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99" name="PlaceHolder 6">
            <a:extLst>
              <a:ext uri="{FF2B5EF4-FFF2-40B4-BE49-F238E27FC236}">
                <a16:creationId xmlns:a16="http://schemas.microsoft.com/office/drawing/2014/main" id="{5073B8F5-8EC6-4A9C-AE1E-C8573DE7D0F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9248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00" name="PlaceHolder 7">
            <a:extLst>
              <a:ext uri="{FF2B5EF4-FFF2-40B4-BE49-F238E27FC236}">
                <a16:creationId xmlns:a16="http://schemas.microsoft.com/office/drawing/2014/main" id="{0279A6DC-7E73-43DB-9436-26FEB4E191E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7320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01" name="PlaceHolder 8">
            <a:extLst>
              <a:ext uri="{FF2B5EF4-FFF2-40B4-BE49-F238E27FC236}">
                <a16:creationId xmlns:a16="http://schemas.microsoft.com/office/drawing/2014/main" id="{0B1E54F7-DBF7-46C4-9584-0F82EF3BB808}"/>
              </a:ext>
            </a:extLst>
          </p:cNvPr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46FBBB7-D50C-41CB-8ABA-836CE36FC926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預設 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6;p4">
            <a:extLst>
              <a:ext uri="{FF2B5EF4-FFF2-40B4-BE49-F238E27FC236}">
                <a16:creationId xmlns:a16="http://schemas.microsoft.com/office/drawing/2014/main" id="{932EC93C-1F18-4108-ADB6-CB9F6FBB77D3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PlaceHolder 1">
            <a:extLst>
              <a:ext uri="{FF2B5EF4-FFF2-40B4-BE49-F238E27FC236}">
                <a16:creationId xmlns:a16="http://schemas.microsoft.com/office/drawing/2014/main" id="{2EAA7ABD-B0B3-45E4-BEE6-DB550E44A03D}"/>
              </a:ext>
            </a:extLst>
          </p:cNvPr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587F4C-35F1-478F-9827-7113AFD8E42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6;p4">
            <a:extLst>
              <a:ext uri="{FF2B5EF4-FFF2-40B4-BE49-F238E27FC236}">
                <a16:creationId xmlns:a16="http://schemas.microsoft.com/office/drawing/2014/main" id="{8FCF65B3-A942-4DD0-B86E-67F2932D190C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PlaceHolder 1">
            <a:extLst>
              <a:ext uri="{FF2B5EF4-FFF2-40B4-BE49-F238E27FC236}">
                <a16:creationId xmlns:a16="http://schemas.microsoft.com/office/drawing/2014/main" id="{B346F406-DBCA-488C-8DC4-9BF6C7E15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06" name="PlaceHolder 2">
            <a:extLst>
              <a:ext uri="{FF2B5EF4-FFF2-40B4-BE49-F238E27FC236}">
                <a16:creationId xmlns:a16="http://schemas.microsoft.com/office/drawing/2014/main" id="{679AE5B0-08EF-44FE-B1D0-3B0A4EB02D09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7F4ACC-B129-4E79-B4C7-AE2B16537B4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預設 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6;p4">
            <a:extLst>
              <a:ext uri="{FF2B5EF4-FFF2-40B4-BE49-F238E27FC236}">
                <a16:creationId xmlns:a16="http://schemas.microsoft.com/office/drawing/2014/main" id="{671DEF46-E356-4516-A25A-3722BE24E281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PlaceHolder 1">
            <a:extLst>
              <a:ext uri="{FF2B5EF4-FFF2-40B4-BE49-F238E27FC236}">
                <a16:creationId xmlns:a16="http://schemas.microsoft.com/office/drawing/2014/main" id="{741B4B2E-DAEF-409C-8C73-15B69CC1F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12" name="PlaceHolder 2">
            <a:extLst>
              <a:ext uri="{FF2B5EF4-FFF2-40B4-BE49-F238E27FC236}">
                <a16:creationId xmlns:a16="http://schemas.microsoft.com/office/drawing/2014/main" id="{556C4193-1A6E-4796-90B6-BA42DB62537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13" name="PlaceHolder 3">
            <a:extLst>
              <a:ext uri="{FF2B5EF4-FFF2-40B4-BE49-F238E27FC236}">
                <a16:creationId xmlns:a16="http://schemas.microsoft.com/office/drawing/2014/main" id="{6415E87F-6D1F-4035-A97C-0A31B94DB2AA}"/>
              </a:ext>
            </a:extLst>
          </p:cNvPr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C109590-B42A-4793-942B-85C99040866B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6;p4">
            <a:extLst>
              <a:ext uri="{FF2B5EF4-FFF2-40B4-BE49-F238E27FC236}">
                <a16:creationId xmlns:a16="http://schemas.microsoft.com/office/drawing/2014/main" id="{9156229B-F641-4B22-B903-5392A02B2CA0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4" name="PlaceHolder 1">
            <a:extLst>
              <a:ext uri="{FF2B5EF4-FFF2-40B4-BE49-F238E27FC236}">
                <a16:creationId xmlns:a16="http://schemas.microsoft.com/office/drawing/2014/main" id="{6247201E-7C24-4093-9FD8-D1A3515D9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15" name="PlaceHolder 2">
            <a:extLst>
              <a:ext uri="{FF2B5EF4-FFF2-40B4-BE49-F238E27FC236}">
                <a16:creationId xmlns:a16="http://schemas.microsoft.com/office/drawing/2014/main" id="{109BC508-57BE-4BDA-BE14-B4945AB4D6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16" name="PlaceHolder 3">
            <a:extLst>
              <a:ext uri="{FF2B5EF4-FFF2-40B4-BE49-F238E27FC236}">
                <a16:creationId xmlns:a16="http://schemas.microsoft.com/office/drawing/2014/main" id="{310A9444-AE08-4A10-9B89-16C8F5D96AD0}"/>
              </a:ext>
            </a:extLst>
          </p:cNvPr>
          <p:cNvSpPr>
            <a:spLocks noGrp="1"/>
          </p:cNvSpPr>
          <p:nvPr>
            <p:ph type="sldNum" idx="2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3773203-5D0A-4724-992E-A22BC03448BD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6;p4">
            <a:extLst>
              <a:ext uri="{FF2B5EF4-FFF2-40B4-BE49-F238E27FC236}">
                <a16:creationId xmlns:a16="http://schemas.microsoft.com/office/drawing/2014/main" id="{91CBB9A9-DB70-4EAF-A044-6558A5117EA7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PlaceHolder 1">
            <a:extLst>
              <a:ext uri="{FF2B5EF4-FFF2-40B4-BE49-F238E27FC236}">
                <a16:creationId xmlns:a16="http://schemas.microsoft.com/office/drawing/2014/main" id="{940E60FB-A8FA-4FBD-B571-0C0F34CF9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09" name="PlaceHolder 2">
            <a:extLst>
              <a:ext uri="{FF2B5EF4-FFF2-40B4-BE49-F238E27FC236}">
                <a16:creationId xmlns:a16="http://schemas.microsoft.com/office/drawing/2014/main" id="{D0833E7A-A9A6-491F-8483-D60494620CD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10" name="PlaceHolder 3">
            <a:extLst>
              <a:ext uri="{FF2B5EF4-FFF2-40B4-BE49-F238E27FC236}">
                <a16:creationId xmlns:a16="http://schemas.microsoft.com/office/drawing/2014/main" id="{4D401B1F-51FD-4F18-ACB3-44E7D5791A6A}"/>
              </a:ext>
            </a:extLst>
          </p:cNvPr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1B8B418-719E-4B8C-9B2B-5D1FFC368EA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6;p4">
            <a:extLst>
              <a:ext uri="{FF2B5EF4-FFF2-40B4-BE49-F238E27FC236}">
                <a16:creationId xmlns:a16="http://schemas.microsoft.com/office/drawing/2014/main" id="{C72C3810-7181-43F1-82D6-6EFECD650353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8" name="PlaceHolder 1">
            <a:extLst>
              <a:ext uri="{FF2B5EF4-FFF2-40B4-BE49-F238E27FC236}">
                <a16:creationId xmlns:a16="http://schemas.microsoft.com/office/drawing/2014/main" id="{B839E448-73A8-419C-B8F5-F470EA8A4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19" name="PlaceHolder 2">
            <a:extLst>
              <a:ext uri="{FF2B5EF4-FFF2-40B4-BE49-F238E27FC236}">
                <a16:creationId xmlns:a16="http://schemas.microsoft.com/office/drawing/2014/main" id="{E9B66B9D-8BFE-4D1D-B394-204B05BBBB4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20" name="PlaceHolder 3">
            <a:extLst>
              <a:ext uri="{FF2B5EF4-FFF2-40B4-BE49-F238E27FC236}">
                <a16:creationId xmlns:a16="http://schemas.microsoft.com/office/drawing/2014/main" id="{7A825F23-0E0E-4F03-896C-89CE3F1BDE62}"/>
              </a:ext>
            </a:extLst>
          </p:cNvPr>
          <p:cNvSpPr>
            <a:spLocks noGrp="1"/>
          </p:cNvSpPr>
          <p:nvPr>
            <p:ph type="sldNum" idx="2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CEE110F-2FD3-4FDB-BEFB-3B44E178B109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預設 2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6;p4">
            <a:extLst>
              <a:ext uri="{FF2B5EF4-FFF2-40B4-BE49-F238E27FC236}">
                <a16:creationId xmlns:a16="http://schemas.microsoft.com/office/drawing/2014/main" id="{637FE4D9-24B9-4000-8B98-5E50AE96AC4D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2" name="PlaceHolder 1">
            <a:extLst>
              <a:ext uri="{FF2B5EF4-FFF2-40B4-BE49-F238E27FC236}">
                <a16:creationId xmlns:a16="http://schemas.microsoft.com/office/drawing/2014/main" id="{D62F6920-6721-4295-9120-86E15055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23" name="PlaceHolder 2">
            <a:extLst>
              <a:ext uri="{FF2B5EF4-FFF2-40B4-BE49-F238E27FC236}">
                <a16:creationId xmlns:a16="http://schemas.microsoft.com/office/drawing/2014/main" id="{6AB62D17-3A6F-44C3-B657-4236FD7C7573}"/>
              </a:ext>
            </a:extLst>
          </p:cNvPr>
          <p:cNvSpPr>
            <a:spLocks noGrp="1"/>
          </p:cNvSpPr>
          <p:nvPr>
            <p:ph type="sldNum" idx="2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D22B923-AA4C-4BFD-A657-56DB650911C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預設 2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6;p4">
            <a:extLst>
              <a:ext uri="{FF2B5EF4-FFF2-40B4-BE49-F238E27FC236}">
                <a16:creationId xmlns:a16="http://schemas.microsoft.com/office/drawing/2014/main" id="{9B391EF7-DEB9-4338-A921-42ACF44AB2B7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PlaceHolder 1">
            <a:extLst>
              <a:ext uri="{FF2B5EF4-FFF2-40B4-BE49-F238E27FC236}">
                <a16:creationId xmlns:a16="http://schemas.microsoft.com/office/drawing/2014/main" id="{40286A4F-EA83-4A2C-BE6B-0FEF369B897A}"/>
              </a:ext>
            </a:extLst>
          </p:cNvPr>
          <p:cNvSpPr>
            <a:spLocks noGrp="1"/>
          </p:cNvSpPr>
          <p:nvPr>
            <p:ph type="sldNum" idx="3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5F37FC-EF40-411D-9479-1B6C865A5E25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2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6;p4">
            <a:extLst>
              <a:ext uri="{FF2B5EF4-FFF2-40B4-BE49-F238E27FC236}">
                <a16:creationId xmlns:a16="http://schemas.microsoft.com/office/drawing/2014/main" id="{628BEF10-B434-4521-BF58-01C868DDD6CD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7" name="PlaceHolder 1">
            <a:extLst>
              <a:ext uri="{FF2B5EF4-FFF2-40B4-BE49-F238E27FC236}">
                <a16:creationId xmlns:a16="http://schemas.microsoft.com/office/drawing/2014/main" id="{4DE1AB8C-218E-4BF6-8BAE-0CA365DB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28" name="PlaceHolder 2">
            <a:extLst>
              <a:ext uri="{FF2B5EF4-FFF2-40B4-BE49-F238E27FC236}">
                <a16:creationId xmlns:a16="http://schemas.microsoft.com/office/drawing/2014/main" id="{71C264C1-A63B-430C-85EC-8CF61C96B15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29" name="PlaceHolder 3">
            <a:extLst>
              <a:ext uri="{FF2B5EF4-FFF2-40B4-BE49-F238E27FC236}">
                <a16:creationId xmlns:a16="http://schemas.microsoft.com/office/drawing/2014/main" id="{82BA8874-E7D0-492D-A72E-27101762BB0C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30" name="PlaceHolder 4">
            <a:extLst>
              <a:ext uri="{FF2B5EF4-FFF2-40B4-BE49-F238E27FC236}">
                <a16:creationId xmlns:a16="http://schemas.microsoft.com/office/drawing/2014/main" id="{8B8EA33C-8951-4F21-98D2-995965E7A17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31" name="PlaceHolder 5">
            <a:extLst>
              <a:ext uri="{FF2B5EF4-FFF2-40B4-BE49-F238E27FC236}">
                <a16:creationId xmlns:a16="http://schemas.microsoft.com/office/drawing/2014/main" id="{FE0A2D48-5455-4E8C-8DB8-AE0A42833A48}"/>
              </a:ext>
            </a:extLst>
          </p:cNvPr>
          <p:cNvSpPr>
            <a:spLocks noGrp="1"/>
          </p:cNvSpPr>
          <p:nvPr>
            <p:ph type="sldNum" idx="3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4CAC291-A58C-4DB5-BF34-E7E6B69FE89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2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6;p4">
            <a:extLst>
              <a:ext uri="{FF2B5EF4-FFF2-40B4-BE49-F238E27FC236}">
                <a16:creationId xmlns:a16="http://schemas.microsoft.com/office/drawing/2014/main" id="{9E9E965A-CA14-4AE3-9C96-685AFF31027C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3" name="PlaceHolder 1">
            <a:extLst>
              <a:ext uri="{FF2B5EF4-FFF2-40B4-BE49-F238E27FC236}">
                <a16:creationId xmlns:a16="http://schemas.microsoft.com/office/drawing/2014/main" id="{7B2D58D5-3A80-41B9-9344-FBD6F3055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34" name="PlaceHolder 2">
            <a:extLst>
              <a:ext uri="{FF2B5EF4-FFF2-40B4-BE49-F238E27FC236}">
                <a16:creationId xmlns:a16="http://schemas.microsoft.com/office/drawing/2014/main" id="{C50E0D01-15C4-49F8-BA31-BB0A5845510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35" name="PlaceHolder 3">
            <a:extLst>
              <a:ext uri="{FF2B5EF4-FFF2-40B4-BE49-F238E27FC236}">
                <a16:creationId xmlns:a16="http://schemas.microsoft.com/office/drawing/2014/main" id="{1FD259C6-3614-441D-BA07-068426FD7FD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36" name="PlaceHolder 4">
            <a:extLst>
              <a:ext uri="{FF2B5EF4-FFF2-40B4-BE49-F238E27FC236}">
                <a16:creationId xmlns:a16="http://schemas.microsoft.com/office/drawing/2014/main" id="{01EDA2DF-5AB0-447C-A7D7-3411EF7A7DA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37" name="PlaceHolder 5">
            <a:extLst>
              <a:ext uri="{FF2B5EF4-FFF2-40B4-BE49-F238E27FC236}">
                <a16:creationId xmlns:a16="http://schemas.microsoft.com/office/drawing/2014/main" id="{94C3C4B5-F3D6-46A2-A18C-5B3B7B7C7D11}"/>
              </a:ext>
            </a:extLst>
          </p:cNvPr>
          <p:cNvSpPr>
            <a:spLocks noGrp="1"/>
          </p:cNvSpPr>
          <p:nvPr>
            <p:ph type="sldNum" idx="3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3917176-C404-449E-9875-33C0491FFB4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預設 18_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6;p4">
            <a:extLst>
              <a:ext uri="{FF2B5EF4-FFF2-40B4-BE49-F238E27FC236}">
                <a16:creationId xmlns:a16="http://schemas.microsoft.com/office/drawing/2014/main" id="{5FD9EEE7-0BD8-4416-BA17-E13F44EA1BAA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9" name="PlaceHolder 1">
            <a:extLst>
              <a:ext uri="{FF2B5EF4-FFF2-40B4-BE49-F238E27FC236}">
                <a16:creationId xmlns:a16="http://schemas.microsoft.com/office/drawing/2014/main" id="{2570CFB5-771B-4665-A9E9-6903E972A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40" name="PlaceHolder 2">
            <a:extLst>
              <a:ext uri="{FF2B5EF4-FFF2-40B4-BE49-F238E27FC236}">
                <a16:creationId xmlns:a16="http://schemas.microsoft.com/office/drawing/2014/main" id="{03F40785-7202-45D3-AB10-7A33EBDEA2B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41" name="PlaceHolder 3">
            <a:extLst>
              <a:ext uri="{FF2B5EF4-FFF2-40B4-BE49-F238E27FC236}">
                <a16:creationId xmlns:a16="http://schemas.microsoft.com/office/drawing/2014/main" id="{6C283FFD-3463-48B3-9D41-FA83AD63D945}"/>
              </a:ext>
            </a:extLst>
          </p:cNvPr>
          <p:cNvSpPr>
            <a:spLocks noGrp="1"/>
          </p:cNvSpPr>
          <p:nvPr>
            <p:ph type="sldNum" idx="3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169925-EF37-4470-92C9-5247C001C654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6;p4">
            <a:extLst>
              <a:ext uri="{FF2B5EF4-FFF2-40B4-BE49-F238E27FC236}">
                <a16:creationId xmlns:a16="http://schemas.microsoft.com/office/drawing/2014/main" id="{7D00060B-833D-46A2-87A1-EFF76B92C391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3" name="PlaceHolder 1">
            <a:extLst>
              <a:ext uri="{FF2B5EF4-FFF2-40B4-BE49-F238E27FC236}">
                <a16:creationId xmlns:a16="http://schemas.microsoft.com/office/drawing/2014/main" id="{47EF4424-F8ED-4C7D-B14B-4573B0C3C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44" name="PlaceHolder 2">
            <a:extLst>
              <a:ext uri="{FF2B5EF4-FFF2-40B4-BE49-F238E27FC236}">
                <a16:creationId xmlns:a16="http://schemas.microsoft.com/office/drawing/2014/main" id="{758F8996-6C3F-416C-B0A0-FA2ECB7B0E1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45" name="PlaceHolder 3">
            <a:extLst>
              <a:ext uri="{FF2B5EF4-FFF2-40B4-BE49-F238E27FC236}">
                <a16:creationId xmlns:a16="http://schemas.microsoft.com/office/drawing/2014/main" id="{99959003-6B87-48EE-9487-F3652BDB1B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46" name="PlaceHolder 4">
            <a:extLst>
              <a:ext uri="{FF2B5EF4-FFF2-40B4-BE49-F238E27FC236}">
                <a16:creationId xmlns:a16="http://schemas.microsoft.com/office/drawing/2014/main" id="{36DBCBC3-1C1C-4713-9694-D54BF8BD230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47" name="PlaceHolder 5">
            <a:extLst>
              <a:ext uri="{FF2B5EF4-FFF2-40B4-BE49-F238E27FC236}">
                <a16:creationId xmlns:a16="http://schemas.microsoft.com/office/drawing/2014/main" id="{38CB86C0-DFA8-4F0E-8CEB-FA01629274BE}"/>
              </a:ext>
            </a:extLst>
          </p:cNvPr>
          <p:cNvSpPr>
            <a:spLocks noGrp="1"/>
          </p:cNvSpPr>
          <p:nvPr>
            <p:ph type="sldNum" idx="3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5C08C6-88DC-4888-9F9C-2F83068D954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6;p4">
            <a:extLst>
              <a:ext uri="{FF2B5EF4-FFF2-40B4-BE49-F238E27FC236}">
                <a16:creationId xmlns:a16="http://schemas.microsoft.com/office/drawing/2014/main" id="{84100635-B122-47C4-9CD8-7BB735098694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9" name="PlaceHolder 1">
            <a:extLst>
              <a:ext uri="{FF2B5EF4-FFF2-40B4-BE49-F238E27FC236}">
                <a16:creationId xmlns:a16="http://schemas.microsoft.com/office/drawing/2014/main" id="{642F08E3-9028-40C6-8250-8EDA4114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50" name="PlaceHolder 2">
            <a:extLst>
              <a:ext uri="{FF2B5EF4-FFF2-40B4-BE49-F238E27FC236}">
                <a16:creationId xmlns:a16="http://schemas.microsoft.com/office/drawing/2014/main" id="{7027EA14-B944-4319-AB28-D084988A874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51" name="PlaceHolder 3">
            <a:extLst>
              <a:ext uri="{FF2B5EF4-FFF2-40B4-BE49-F238E27FC236}">
                <a16:creationId xmlns:a16="http://schemas.microsoft.com/office/drawing/2014/main" id="{C49CB426-F7DE-4025-8377-2876D3E746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52" name="PlaceHolder 4">
            <a:extLst>
              <a:ext uri="{FF2B5EF4-FFF2-40B4-BE49-F238E27FC236}">
                <a16:creationId xmlns:a16="http://schemas.microsoft.com/office/drawing/2014/main" id="{AFFECAD9-3E2F-46C3-BE45-D7B490852DDA}"/>
              </a:ext>
            </a:extLst>
          </p:cNvPr>
          <p:cNvSpPr>
            <a:spLocks noGrp="1"/>
          </p:cNvSpPr>
          <p:nvPr>
            <p:ph type="sldNum" idx="3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F19DFD6-ED6C-4047-905C-075A22C1F02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6;p4">
            <a:extLst>
              <a:ext uri="{FF2B5EF4-FFF2-40B4-BE49-F238E27FC236}">
                <a16:creationId xmlns:a16="http://schemas.microsoft.com/office/drawing/2014/main" id="{2763DBBB-B848-4DF2-A986-E47B770AF16E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PlaceHolder 1">
            <a:extLst>
              <a:ext uri="{FF2B5EF4-FFF2-40B4-BE49-F238E27FC236}">
                <a16:creationId xmlns:a16="http://schemas.microsoft.com/office/drawing/2014/main" id="{2C9865D0-5AE6-454D-9827-1FF4404D8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55" name="PlaceHolder 2">
            <a:extLst>
              <a:ext uri="{FF2B5EF4-FFF2-40B4-BE49-F238E27FC236}">
                <a16:creationId xmlns:a16="http://schemas.microsoft.com/office/drawing/2014/main" id="{DB4F75BC-B494-426C-BACA-71B76993CC4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56" name="PlaceHolder 3">
            <a:extLst>
              <a:ext uri="{FF2B5EF4-FFF2-40B4-BE49-F238E27FC236}">
                <a16:creationId xmlns:a16="http://schemas.microsoft.com/office/drawing/2014/main" id="{8CBF8EBA-AC36-47A4-8C15-13F30CB0442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57" name="PlaceHolder 4">
            <a:extLst>
              <a:ext uri="{FF2B5EF4-FFF2-40B4-BE49-F238E27FC236}">
                <a16:creationId xmlns:a16="http://schemas.microsoft.com/office/drawing/2014/main" id="{5C3713D3-199D-4925-A6D7-D78F8FC1400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58" name="PlaceHolder 5">
            <a:extLst>
              <a:ext uri="{FF2B5EF4-FFF2-40B4-BE49-F238E27FC236}">
                <a16:creationId xmlns:a16="http://schemas.microsoft.com/office/drawing/2014/main" id="{76A40628-0DD4-4E98-83C2-4994051CFB2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2991600"/>
            <a:ext cx="415656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59" name="PlaceHolder 6">
            <a:extLst>
              <a:ext uri="{FF2B5EF4-FFF2-40B4-BE49-F238E27FC236}">
                <a16:creationId xmlns:a16="http://schemas.microsoft.com/office/drawing/2014/main" id="{5F326844-ED4B-45F9-A3A8-BF9231E82469}"/>
              </a:ext>
            </a:extLst>
          </p:cNvPr>
          <p:cNvSpPr>
            <a:spLocks noGrp="1"/>
          </p:cNvSpPr>
          <p:nvPr>
            <p:ph type="sldNum" idx="3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EDF114-8DC0-4AAA-AA28-38FA6CEFD004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預設 1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;p4">
            <a:extLst>
              <a:ext uri="{FF2B5EF4-FFF2-40B4-BE49-F238E27FC236}">
                <a16:creationId xmlns:a16="http://schemas.microsoft.com/office/drawing/2014/main" id="{B9DAEDBE-E603-4BDF-A9E3-48C05666F08D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PlaceHolder 1">
            <a:extLst>
              <a:ext uri="{FF2B5EF4-FFF2-40B4-BE49-F238E27FC236}">
                <a16:creationId xmlns:a16="http://schemas.microsoft.com/office/drawing/2014/main" id="{065B9F2A-2B34-4844-AEAF-1EB41FE7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62" name="PlaceHolder 2">
            <a:extLst>
              <a:ext uri="{FF2B5EF4-FFF2-40B4-BE49-F238E27FC236}">
                <a16:creationId xmlns:a16="http://schemas.microsoft.com/office/drawing/2014/main" id="{EF591EB3-3361-46C9-AB1F-79388C73970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63" name="PlaceHolder 3">
            <a:extLst>
              <a:ext uri="{FF2B5EF4-FFF2-40B4-BE49-F238E27FC236}">
                <a16:creationId xmlns:a16="http://schemas.microsoft.com/office/drawing/2014/main" id="{A93B4B53-525D-4360-8608-700F085531F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9248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64" name="PlaceHolder 4">
            <a:extLst>
              <a:ext uri="{FF2B5EF4-FFF2-40B4-BE49-F238E27FC236}">
                <a16:creationId xmlns:a16="http://schemas.microsoft.com/office/drawing/2014/main" id="{C2E5885B-8D19-4F00-87F6-D7238D6B120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73200" y="126648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65" name="PlaceHolder 5">
            <a:extLst>
              <a:ext uri="{FF2B5EF4-FFF2-40B4-BE49-F238E27FC236}">
                <a16:creationId xmlns:a16="http://schemas.microsoft.com/office/drawing/2014/main" id="{73473A57-7884-49A0-A909-AA295B9F3AEB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66" name="PlaceHolder 6">
            <a:extLst>
              <a:ext uri="{FF2B5EF4-FFF2-40B4-BE49-F238E27FC236}">
                <a16:creationId xmlns:a16="http://schemas.microsoft.com/office/drawing/2014/main" id="{8A549C90-7EF2-4DDF-9D8C-9DDC6AD9B6B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9248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67" name="PlaceHolder 7">
            <a:extLst>
              <a:ext uri="{FF2B5EF4-FFF2-40B4-BE49-F238E27FC236}">
                <a16:creationId xmlns:a16="http://schemas.microsoft.com/office/drawing/2014/main" id="{346A7E22-EE85-449B-AE7B-36E6F487D85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73200" y="2991600"/>
            <a:ext cx="274248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68" name="PlaceHolder 8">
            <a:extLst>
              <a:ext uri="{FF2B5EF4-FFF2-40B4-BE49-F238E27FC236}">
                <a16:creationId xmlns:a16="http://schemas.microsoft.com/office/drawing/2014/main" id="{A1DB79E7-0FF7-4371-A473-F35EFCEE3830}"/>
              </a:ext>
            </a:extLst>
          </p:cNvPr>
          <p:cNvSpPr>
            <a:spLocks noGrp="1"/>
          </p:cNvSpPr>
          <p:nvPr>
            <p:ph type="sldNum" idx="3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5494FE-3B6B-4829-96B8-6F889BF71B95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預設 1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;p4">
            <a:extLst>
              <a:ext uri="{FF2B5EF4-FFF2-40B4-BE49-F238E27FC236}">
                <a16:creationId xmlns:a16="http://schemas.microsoft.com/office/drawing/2014/main" id="{2DB14D0A-F825-45FF-ADF9-B48DEF9990CC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PlaceHolder 1">
            <a:extLst>
              <a:ext uri="{FF2B5EF4-FFF2-40B4-BE49-F238E27FC236}">
                <a16:creationId xmlns:a16="http://schemas.microsoft.com/office/drawing/2014/main" id="{22EA2E4A-EA09-4BE1-B73F-B6E3CCDB1C81}"/>
              </a:ext>
            </a:extLst>
          </p:cNvPr>
          <p:cNvSpPr>
            <a:spLocks noGrp="1"/>
          </p:cNvSpPr>
          <p:nvPr>
            <p:ph type="sldNum" idx="3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973C768-B601-4AB4-8211-7DA2B68F51DF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預設 1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6;p4">
            <a:extLst>
              <a:ext uri="{FF2B5EF4-FFF2-40B4-BE49-F238E27FC236}">
                <a16:creationId xmlns:a16="http://schemas.microsoft.com/office/drawing/2014/main" id="{C9FEF398-C91F-41EA-A159-CAA4658487A8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PlaceHolder 1">
            <a:extLst>
              <a:ext uri="{FF2B5EF4-FFF2-40B4-BE49-F238E27FC236}">
                <a16:creationId xmlns:a16="http://schemas.microsoft.com/office/drawing/2014/main" id="{4B1D5B90-B375-47EE-932D-943F83C28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73" name="PlaceHolder 2">
            <a:extLst>
              <a:ext uri="{FF2B5EF4-FFF2-40B4-BE49-F238E27FC236}">
                <a16:creationId xmlns:a16="http://schemas.microsoft.com/office/drawing/2014/main" id="{9CFF0600-CFD3-40B8-B207-35674EA4705C}"/>
              </a:ext>
            </a:extLst>
          </p:cNvPr>
          <p:cNvSpPr>
            <a:spLocks noGrp="1"/>
          </p:cNvSpPr>
          <p:nvPr>
            <p:ph type="sldNum" idx="3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034C728-869C-4B74-A8D4-3C45E6D37F1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預設 2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6;p4">
            <a:extLst>
              <a:ext uri="{FF2B5EF4-FFF2-40B4-BE49-F238E27FC236}">
                <a16:creationId xmlns:a16="http://schemas.microsoft.com/office/drawing/2014/main" id="{88004B51-E072-4303-B385-486C06CD636D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PlaceHolder 1">
            <a:extLst>
              <a:ext uri="{FF2B5EF4-FFF2-40B4-BE49-F238E27FC236}">
                <a16:creationId xmlns:a16="http://schemas.microsoft.com/office/drawing/2014/main" id="{2A1D34C9-2189-470E-9FC8-4FC64BD8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76" name="PlaceHolder 2">
            <a:extLst>
              <a:ext uri="{FF2B5EF4-FFF2-40B4-BE49-F238E27FC236}">
                <a16:creationId xmlns:a16="http://schemas.microsoft.com/office/drawing/2014/main" id="{7E97DD9E-E614-4FE6-BCC5-674DE4F1D02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77" name="PlaceHolder 3">
            <a:extLst>
              <a:ext uri="{FF2B5EF4-FFF2-40B4-BE49-F238E27FC236}">
                <a16:creationId xmlns:a16="http://schemas.microsoft.com/office/drawing/2014/main" id="{A11D3C64-9050-4A17-A574-67CDDFF74252}"/>
              </a:ext>
            </a:extLst>
          </p:cNvPr>
          <p:cNvSpPr>
            <a:spLocks noGrp="1"/>
          </p:cNvSpPr>
          <p:nvPr>
            <p:ph type="sldNum" idx="4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B381A7-9241-4FBC-92C3-052A403A1750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預設 2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6;p4">
            <a:extLst>
              <a:ext uri="{FF2B5EF4-FFF2-40B4-BE49-F238E27FC236}">
                <a16:creationId xmlns:a16="http://schemas.microsoft.com/office/drawing/2014/main" id="{034948D8-50C9-400A-ABA5-DB44737A5831}"/>
              </a:ext>
            </a:extLst>
          </p:cNvPr>
          <p:cNvSpPr>
            <a:spLocks noGrp="1"/>
          </p:cNvSpPr>
          <p:nvPr/>
        </p:nvSpPr>
        <p:spPr>
          <a:xfrm>
            <a:off x="0" y="5045760"/>
            <a:ext cx="9142560" cy="9648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8240" rIns="90000" bIns="48240" anchor="ctr">
            <a:noAutofit/>
          </a:bodyPr>
          <a:lstStyle/>
          <a:p>
            <a:pPr>
              <a:lnSpc>
                <a:spcPct val="100000"/>
              </a:lnSpc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PlaceHolder 1">
            <a:extLst>
              <a:ext uri="{FF2B5EF4-FFF2-40B4-BE49-F238E27FC236}">
                <a16:creationId xmlns:a16="http://schemas.microsoft.com/office/drawing/2014/main" id="{1FB0CD40-F9F1-4C25-AD9A-1DC82AA2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26240"/>
            <a:ext cx="8519040" cy="74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280" name="PlaceHolder 2">
            <a:extLst>
              <a:ext uri="{FF2B5EF4-FFF2-40B4-BE49-F238E27FC236}">
                <a16:creationId xmlns:a16="http://schemas.microsoft.com/office/drawing/2014/main" id="{BDD2AA28-1E91-4C7D-A31A-DAFFC73134B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81" name="PlaceHolder 3">
            <a:extLst>
              <a:ext uri="{FF2B5EF4-FFF2-40B4-BE49-F238E27FC236}">
                <a16:creationId xmlns:a16="http://schemas.microsoft.com/office/drawing/2014/main" id="{5681E1F2-D54E-462D-9073-D293A14481F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56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282" name="PlaceHolder 4">
            <a:extLst>
              <a:ext uri="{FF2B5EF4-FFF2-40B4-BE49-F238E27FC236}">
                <a16:creationId xmlns:a16="http://schemas.microsoft.com/office/drawing/2014/main" id="{ABFBFEA2-1E8E-4807-88C6-F1C47A2DF344}"/>
              </a:ext>
            </a:extLst>
          </p:cNvPr>
          <p:cNvSpPr>
            <a:spLocks noGrp="1"/>
          </p:cNvSpPr>
          <p:nvPr>
            <p:ph type="sldNum" idx="4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752E15-88FF-4898-B3FF-1CE86FDE77B7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0;p2">
            <a:extLst>
              <a:ext uri="{FF2B5EF4-FFF2-40B4-BE49-F238E27FC236}">
                <a16:creationId xmlns:a16="http://schemas.microsoft.com/office/drawing/2014/main" id="{B883E3AE-9D11-4BB9-BF3B-4A685D039B69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4" name="Google Shape;11;p2">
            <a:extLst>
              <a:ext uri="{FF2B5EF4-FFF2-40B4-BE49-F238E27FC236}">
                <a16:creationId xmlns:a16="http://schemas.microsoft.com/office/drawing/2014/main" id="{5782ECF2-B4D7-4FA6-B115-E23451C84F68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3" name="Google Shape;13;p2">
            <a:extLst>
              <a:ext uri="{FF2B5EF4-FFF2-40B4-BE49-F238E27FC236}">
                <a16:creationId xmlns:a16="http://schemas.microsoft.com/office/drawing/2014/main" id="{59F2E3F1-583F-426B-959D-3A1BC93FE61B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4" name="Google Shape;14;p2">
            <a:extLst>
              <a:ext uri="{FF2B5EF4-FFF2-40B4-BE49-F238E27FC236}">
                <a16:creationId xmlns:a16="http://schemas.microsoft.com/office/drawing/2014/main" id="{1A9C12B4-8516-4C57-9EBE-6922EF6736FF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6" name="Google Shape;16;p2">
            <a:extLst>
              <a:ext uri="{FF2B5EF4-FFF2-40B4-BE49-F238E27FC236}">
                <a16:creationId xmlns:a16="http://schemas.microsoft.com/office/drawing/2014/main" id="{B712E328-04AB-4C16-81C5-A1F09FDCF202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7" name="Google Shape;17;p2">
            <a:extLst>
              <a:ext uri="{FF2B5EF4-FFF2-40B4-BE49-F238E27FC236}">
                <a16:creationId xmlns:a16="http://schemas.microsoft.com/office/drawing/2014/main" id="{A5B00E52-BD4C-43D8-B75D-3E83F971FE75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8" name="PlaceHolder 1">
            <a:extLst>
              <a:ext uri="{FF2B5EF4-FFF2-40B4-BE49-F238E27FC236}">
                <a16:creationId xmlns:a16="http://schemas.microsoft.com/office/drawing/2014/main" id="{888334A7-290E-4079-8B48-CC68481F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62600"/>
            <a:ext cx="85190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9" name="PlaceHolder 2">
            <a:extLst>
              <a:ext uri="{FF2B5EF4-FFF2-40B4-BE49-F238E27FC236}">
                <a16:creationId xmlns:a16="http://schemas.microsoft.com/office/drawing/2014/main" id="{179E771F-968A-4324-8484-824EE2ECFB3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415692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0" name="PlaceHolder 3">
            <a:extLst>
              <a:ext uri="{FF2B5EF4-FFF2-40B4-BE49-F238E27FC236}">
                <a16:creationId xmlns:a16="http://schemas.microsoft.com/office/drawing/2014/main" id="{0217A607-0DD2-4E6F-A6E4-D075E9B0943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677120" y="1266480"/>
            <a:ext cx="415692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1" name="PlaceHolder 4">
            <a:extLst>
              <a:ext uri="{FF2B5EF4-FFF2-40B4-BE49-F238E27FC236}">
                <a16:creationId xmlns:a16="http://schemas.microsoft.com/office/drawing/2014/main" id="{1DDD010B-BB8A-407E-9BC6-62683F300B0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2991240"/>
            <a:ext cx="8519040" cy="1574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2" name="PlaceHolder 5">
            <a:extLst>
              <a:ext uri="{FF2B5EF4-FFF2-40B4-BE49-F238E27FC236}">
                <a16:creationId xmlns:a16="http://schemas.microsoft.com/office/drawing/2014/main" id="{D385ADF8-F197-4C9A-9256-CCA8935807B7}"/>
              </a:ext>
            </a:extLst>
          </p:cNvPr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EC9655E-399C-45DB-AC82-E11121445B24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6" name="Google Shape;10;p2">
            <a:extLst>
              <a:ext uri="{FF2B5EF4-FFF2-40B4-BE49-F238E27FC236}">
                <a16:creationId xmlns:a16="http://schemas.microsoft.com/office/drawing/2014/main" id="{2A8020B4-DCDE-46CA-A502-C69D0D1BAE03}"/>
              </a:ext>
            </a:extLst>
          </p:cNvPr>
          <p:cNvCxnSpPr/>
          <p:nvPr/>
        </p:nvCxnSpPr>
        <p:spPr>
          <a:xfrm>
            <a:off x="7007400" y="3176640"/>
            <a:ext cx="56376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37" name="Google Shape;11;p2">
            <a:extLst>
              <a:ext uri="{FF2B5EF4-FFF2-40B4-BE49-F238E27FC236}">
                <a16:creationId xmlns:a16="http://schemas.microsoft.com/office/drawing/2014/main" id="{DE69FC0E-A4CA-4D8A-B50C-D2A8E93291AB}"/>
              </a:ext>
            </a:extLst>
          </p:cNvPr>
          <p:cNvCxnSpPr/>
          <p:nvPr/>
        </p:nvCxnSpPr>
        <p:spPr>
          <a:xfrm>
            <a:off x="1575000" y="3157920"/>
            <a:ext cx="563400" cy="1440"/>
          </a:xfrm>
          <a:prstGeom prst="straightConnector1">
            <a:avLst/>
          </a:prstGeom>
          <a:ln w="76200">
            <a:solidFill>
              <a:srgbClr val="B3A77D"/>
            </a:solidFill>
            <a:round/>
          </a:ln>
        </p:spPr>
      </p:cxnSp>
      <p:cxnSp>
        <p:nvCxnSpPr>
          <p:cNvPr id="139" name="Google Shape;13;p2">
            <a:extLst>
              <a:ext uri="{FF2B5EF4-FFF2-40B4-BE49-F238E27FC236}">
                <a16:creationId xmlns:a16="http://schemas.microsoft.com/office/drawing/2014/main" id="{D46BE569-E87B-4AD5-B6AD-1412BF28C10D}"/>
              </a:ext>
            </a:extLst>
          </p:cNvPr>
          <p:cNvCxnSpPr/>
          <p:nvPr/>
        </p:nvCxnSpPr>
        <p:spPr>
          <a:xfrm flipH="1">
            <a:off x="1004040" y="10216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40" name="Google Shape;14;p2">
            <a:extLst>
              <a:ext uri="{FF2B5EF4-FFF2-40B4-BE49-F238E27FC236}">
                <a16:creationId xmlns:a16="http://schemas.microsoft.com/office/drawing/2014/main" id="{527F42EC-EAAB-44BF-BE4C-AE29BE494B1C}"/>
              </a:ext>
            </a:extLst>
          </p:cNvPr>
          <p:cNvCxnSpPr/>
          <p:nvPr/>
        </p:nvCxnSpPr>
        <p:spPr>
          <a:xfrm flipH="1">
            <a:off x="1004040" y="117432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cxnSp>
        <p:nvCxnSpPr>
          <p:cNvPr id="142" name="Google Shape;16;p2">
            <a:extLst>
              <a:ext uri="{FF2B5EF4-FFF2-40B4-BE49-F238E27FC236}">
                <a16:creationId xmlns:a16="http://schemas.microsoft.com/office/drawing/2014/main" id="{F0D0B88A-DC63-4433-8D62-076DB3BDE4D2}"/>
              </a:ext>
            </a:extLst>
          </p:cNvPr>
          <p:cNvCxnSpPr/>
          <p:nvPr/>
        </p:nvCxnSpPr>
        <p:spPr>
          <a:xfrm>
            <a:off x="1004040" y="4121280"/>
            <a:ext cx="7138080" cy="1440"/>
          </a:xfrm>
          <a:prstGeom prst="straightConnector1">
            <a:avLst/>
          </a:prstGeom>
          <a:ln w="76200">
            <a:solidFill>
              <a:srgbClr val="4DB6AC"/>
            </a:solidFill>
            <a:round/>
          </a:ln>
        </p:spPr>
      </p:cxnSp>
      <p:cxnSp>
        <p:nvCxnSpPr>
          <p:cNvPr id="143" name="Google Shape;17;p2">
            <a:extLst>
              <a:ext uri="{FF2B5EF4-FFF2-40B4-BE49-F238E27FC236}">
                <a16:creationId xmlns:a16="http://schemas.microsoft.com/office/drawing/2014/main" id="{29500C9D-D3F8-46E4-AE35-C8E93C9FAA7A}"/>
              </a:ext>
            </a:extLst>
          </p:cNvPr>
          <p:cNvCxnSpPr/>
          <p:nvPr/>
        </p:nvCxnSpPr>
        <p:spPr>
          <a:xfrm>
            <a:off x="1004040" y="3969000"/>
            <a:ext cx="7138080" cy="1440"/>
          </a:xfrm>
          <a:prstGeom prst="straightConnector1">
            <a:avLst/>
          </a:prstGeom>
          <a:ln w="9525">
            <a:solidFill>
              <a:srgbClr val="4DB6AC"/>
            </a:solidFill>
            <a:round/>
          </a:ln>
        </p:spPr>
      </p:cxnSp>
      <p:sp>
        <p:nvSpPr>
          <p:cNvPr id="144" name="PlaceHolder 1">
            <a:extLst>
              <a:ext uri="{FF2B5EF4-FFF2-40B4-BE49-F238E27FC236}">
                <a16:creationId xmlns:a16="http://schemas.microsoft.com/office/drawing/2014/main" id="{D51519ED-EDBF-4D97-8A60-EC10904D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462600"/>
            <a:ext cx="851904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請按這裡編輯題名文字格式</a:t>
            </a:r>
          </a:p>
        </p:txBody>
      </p:sp>
      <p:sp>
        <p:nvSpPr>
          <p:cNvPr id="145" name="PlaceHolder 2">
            <a:extLst>
              <a:ext uri="{FF2B5EF4-FFF2-40B4-BE49-F238E27FC236}">
                <a16:creationId xmlns:a16="http://schemas.microsoft.com/office/drawing/2014/main" id="{C6C177C6-B033-4494-A106-37C88A96251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11760" y="1266480"/>
            <a:ext cx="8519040" cy="330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第七個大綱層次</a:t>
            </a:r>
          </a:p>
        </p:txBody>
      </p:sp>
      <p:sp>
        <p:nvSpPr>
          <p:cNvPr id="146" name="PlaceHolder 3">
            <a:extLst>
              <a:ext uri="{FF2B5EF4-FFF2-40B4-BE49-F238E27FC236}">
                <a16:creationId xmlns:a16="http://schemas.microsoft.com/office/drawing/2014/main" id="{DE58624E-C7B1-4540-88A9-2FB2D8E0368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1667596-5E87-4319-AEDC-B0D7B9FA926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‹#›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0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>
            <a:extLst>
              <a:ext uri="{FF2B5EF4-FFF2-40B4-BE49-F238E27FC236}">
                <a16:creationId xmlns:a16="http://schemas.microsoft.com/office/drawing/2014/main" id="{342351C9-1C0E-44A0-915E-9FCF1BC88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4040" y="1751760"/>
            <a:ext cx="7135200" cy="102096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5400" b="1" u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rPr>
              <a:t>ChessRPG</a:t>
            </a:r>
            <a:endParaRPr sz="5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4" name="PlaceHolder 2">
            <a:extLst>
              <a:ext uri="{FF2B5EF4-FFF2-40B4-BE49-F238E27FC236}">
                <a16:creationId xmlns:a16="http://schemas.microsoft.com/office/drawing/2014/main" id="{9FB4D55A-4DAB-40BF-85D1-9E1E900B5D7F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137320" y="2850120"/>
            <a:ext cx="4869000" cy="79128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張文諺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2717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>
            <a:extLst>
              <a:ext uri="{FF2B5EF4-FFF2-40B4-BE49-F238E27FC236}">
                <a16:creationId xmlns:a16="http://schemas.microsoft.com/office/drawing/2014/main" id="{BED4AC11-9192-4967-B286-8A278B8A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簡報大綱</a:t>
            </a:r>
          </a:p>
        </p:txBody>
      </p:sp>
      <p:sp>
        <p:nvSpPr>
          <p:cNvPr id="286" name="PlaceHolder 2">
            <a:extLst>
              <a:ext uri="{FF2B5EF4-FFF2-40B4-BE49-F238E27FC236}">
                <a16:creationId xmlns:a16="http://schemas.microsoft.com/office/drawing/2014/main" id="{F129345A-B491-40FD-89CD-724423E8F106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71500" y="914400"/>
            <a:ext cx="781050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01  自我介紹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02  遊戲特色與操作流程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03  RPG 規則與傷害屬性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04  核心技術與目前成果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05  開發難題與解決方式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06  後續規劃與職涯目標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07  學習心得</a:t>
            </a:r>
          </a:p>
        </p:txBody>
      </p:sp>
      <p:sp>
        <p:nvSpPr>
          <p:cNvPr id="287" name="PlaceHolder 3">
            <a:extLst>
              <a:ext uri="{FF2B5EF4-FFF2-40B4-BE49-F238E27FC236}">
                <a16:creationId xmlns:a16="http://schemas.microsoft.com/office/drawing/2014/main" id="{82078A3D-CA20-4E51-8707-95D99243F2C1}"/>
              </a:ext>
            </a:extLst>
          </p:cNvPr>
          <p:cNvSpPr>
            <a:spLocks noGrp="1"/>
          </p:cNvSpPr>
          <p:nvPr>
            <p:ph type="sldNum" idx="4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9D779FB-58E4-43BE-920E-B3E577B5F5F3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2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811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>
            <a:extLst>
              <a:ext uri="{FF2B5EF4-FFF2-40B4-BE49-F238E27FC236}">
                <a16:creationId xmlns:a16="http://schemas.microsoft.com/office/drawing/2014/main" id="{7071D799-F5B2-4B91-9F6F-5CBFB646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91440" rIns="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sz="2540" b="1" u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rPr>
              <a:t>自我介紹</a:t>
            </a:r>
            <a:endParaRPr sz="254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PlaceHolder 2">
            <a:extLst>
              <a:ext uri="{FF2B5EF4-FFF2-40B4-BE49-F238E27FC236}">
                <a16:creationId xmlns:a16="http://schemas.microsoft.com/office/drawing/2014/main" id="{65E7A884-7B0A-44D7-A270-802791AE1A1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71500" y="914400"/>
            <a:ext cx="790575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程式學習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從小學 Scratch 開始，陸續接觸 App Inventor、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HTML、CSS、Python 與 C#。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學歷與工作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嶺東資管系學士，目前擔任 MIS 網管工程師，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曾在電商業擔任行政助理。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課後練習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每週約 20～30 小時，持續累積實作經驗。</a:t>
            </a:r>
          </a:p>
        </p:txBody>
      </p:sp>
      <p:sp>
        <p:nvSpPr>
          <p:cNvPr id="290" name="PlaceHolder 3">
            <a:extLst>
              <a:ext uri="{FF2B5EF4-FFF2-40B4-BE49-F238E27FC236}">
                <a16:creationId xmlns:a16="http://schemas.microsoft.com/office/drawing/2014/main" id="{FBC4A284-8AAA-449C-B00C-95E69D241DFE}"/>
              </a:ext>
            </a:extLst>
          </p:cNvPr>
          <p:cNvSpPr>
            <a:spLocks noGrp="1"/>
          </p:cNvSpPr>
          <p:nvPr>
            <p:ph type="sldNum" idx="4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615F10-B7B6-4F06-8D6D-2E0A9F54D7B8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3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8E4F6C8-8798-8AD2-781B-99F741758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48" y="385395"/>
            <a:ext cx="2677012" cy="401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38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>
            <a:extLst>
              <a:ext uri="{FF2B5EF4-FFF2-40B4-BE49-F238E27FC236}">
                <a16:creationId xmlns:a16="http://schemas.microsoft.com/office/drawing/2014/main" id="{E1AF3930-80C5-442B-963A-2DBE48478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主選單與牌組編輯</a:t>
            </a:r>
          </a:p>
        </p:txBody>
      </p:sp>
      <p:sp>
        <p:nvSpPr>
          <p:cNvPr id="292" name="PlaceHolder 2">
            <a:extLst>
              <a:ext uri="{FF2B5EF4-FFF2-40B4-BE49-F238E27FC236}">
                <a16:creationId xmlns:a16="http://schemas.microsoft.com/office/drawing/2014/main" id="{832179A4-3A28-46FC-B97D-D06EAEE975A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00050" y="914400"/>
            <a:ext cx="3581400" cy="3771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雙人回合制的西洋棋卡牌遊戲，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結合標準走法與 RPG 戰鬥。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主選單提供本機測試、線上對戰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與牌組編輯。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卡庫共 36 張：轉職、事件、場地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各 12 張，可分類、搜尋及篩選。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各卡可選 0～2 張，另外指定起手卡。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儲存後更新摘要，取消保留原牌組。</a:t>
            </a:r>
          </a:p>
        </p:txBody>
      </p:sp>
      <p:sp>
        <p:nvSpPr>
          <p:cNvPr id="293" name="PlaceHolder 3">
            <a:extLst>
              <a:ext uri="{FF2B5EF4-FFF2-40B4-BE49-F238E27FC236}">
                <a16:creationId xmlns:a16="http://schemas.microsoft.com/office/drawing/2014/main" id="{E1640E15-1CE2-45F5-81DC-DE0192BE8951}"/>
              </a:ext>
            </a:extLst>
          </p:cNvPr>
          <p:cNvSpPr>
            <a:spLocks noGrp="1"/>
          </p:cNvSpPr>
          <p:nvPr>
            <p:ph type="sldNum" idx="4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2DBF3F-74B3-451E-8384-013855E71F6D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4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A37BD10-5E3C-4544-8CCC-CC1AB0FBD8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26"/>
          <a:stretch>
            <a:fillRect/>
          </a:stretch>
        </p:blipFill>
        <p:spPr>
          <a:xfrm>
            <a:off x="4130100" y="360000"/>
            <a:ext cx="3969540" cy="223488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6424B2D-13C1-4E75-B9A8-0E39359C16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562"/>
          <a:stretch>
            <a:fillRect/>
          </a:stretch>
        </p:blipFill>
        <p:spPr>
          <a:xfrm>
            <a:off x="4129830" y="2594880"/>
            <a:ext cx="3969810" cy="223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63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>
            <a:extLst>
              <a:ext uri="{FF2B5EF4-FFF2-40B4-BE49-F238E27FC236}">
                <a16:creationId xmlns:a16="http://schemas.microsoft.com/office/drawing/2014/main" id="{E689FE8E-A46F-45F9-AF29-A9DB6CF22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線上對戰與房間</a:t>
            </a:r>
          </a:p>
        </p:txBody>
      </p:sp>
      <p:sp>
        <p:nvSpPr>
          <p:cNvPr id="297" name="PlaceHolder 2">
            <a:extLst>
              <a:ext uri="{FF2B5EF4-FFF2-40B4-BE49-F238E27FC236}">
                <a16:creationId xmlns:a16="http://schemas.microsoft.com/office/drawing/2014/main" id="{3C7CC1C6-17EE-499E-81DA-766C423255F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00050" y="914400"/>
            <a:ext cx="358140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使用 Photon PUN 建立雙人房間。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Host 建立房間，Client 加入房間。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雙方輸入相同暗語後進入同一局。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主機驗證操作，再同步棋局、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卡牌狀態與傷害演出。</a:t>
            </a:r>
          </a:p>
        </p:txBody>
      </p:sp>
      <p:sp>
        <p:nvSpPr>
          <p:cNvPr id="298" name="PlaceHolder 3">
            <a:extLst>
              <a:ext uri="{FF2B5EF4-FFF2-40B4-BE49-F238E27FC236}">
                <a16:creationId xmlns:a16="http://schemas.microsoft.com/office/drawing/2014/main" id="{5D4456C6-7CAB-458E-AEA2-E5EA2FC7F87A}"/>
              </a:ext>
            </a:extLst>
          </p:cNvPr>
          <p:cNvSpPr>
            <a:spLocks noGrp="1"/>
          </p:cNvSpPr>
          <p:nvPr>
            <p:ph type="sldNum" idx="4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5CA8732-C1C1-43C0-89EE-212953B2C8D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5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64F477E-A272-4454-A2AA-2C305C6D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6" b="1"/>
          <a:stretch>
            <a:fillRect/>
          </a:stretch>
        </p:blipFill>
        <p:spPr>
          <a:xfrm>
            <a:off x="4136856" y="360000"/>
            <a:ext cx="3962784" cy="222803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9C64BDE-7480-4424-8586-1368AFE628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152"/>
          <a:stretch>
            <a:fillRect/>
          </a:stretch>
        </p:blipFill>
        <p:spPr>
          <a:xfrm>
            <a:off x="4139640" y="2588039"/>
            <a:ext cx="3975007" cy="222803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497B0F7-C9EA-C73F-E410-6CED361F884F}"/>
              </a:ext>
            </a:extLst>
          </p:cNvPr>
          <p:cNvSpPr>
            <a:spLocks noGrp="1"/>
          </p:cNvSpPr>
          <p:nvPr/>
        </p:nvSpPr>
        <p:spPr>
          <a:xfrm>
            <a:off x="400050" y="2924175"/>
            <a:ext cx="3581400" cy="179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連線提示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房間不存在、已滿或連線異常時，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介面顯示失敗原因。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手牌同步只提供自己的牌面，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5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對手僅收到手牌張數。</a:t>
            </a:r>
          </a:p>
        </p:txBody>
      </p:sp>
    </p:spTree>
    <p:extLst>
      <p:ext uri="{BB962C8B-B14F-4D97-AF65-F5344CB8AC3E}">
        <p14:creationId xmlns:p14="http://schemas.microsoft.com/office/powerpoint/2010/main" val="1693407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>
            <a:extLst>
              <a:ext uri="{FF2B5EF4-FFF2-40B4-BE49-F238E27FC236}">
                <a16:creationId xmlns:a16="http://schemas.microsoft.com/office/drawing/2014/main" id="{CB8EACE2-15B7-40BA-BE53-D38191BA8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抽牌、回收與出牌</a:t>
            </a:r>
          </a:p>
        </p:txBody>
      </p:sp>
      <p:sp>
        <p:nvSpPr>
          <p:cNvPr id="302" name="PlaceHolder 2">
            <a:extLst>
              <a:ext uri="{FF2B5EF4-FFF2-40B4-BE49-F238E27FC236}">
                <a16:creationId xmlns:a16="http://schemas.microsoft.com/office/drawing/2014/main" id="{10049851-5B8D-4076-9EFD-9A7BA8303537}"/>
              </a:ext>
            </a:extLst>
          </p:cNvPr>
          <p:cNvSpPr>
            <a:spLocks noGrp="1"/>
          </p:cNvSpPr>
          <p:nvPr>
            <p:ph type="sldNum" idx="4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2468453-1BF4-45E0-B3D8-85FC46AB503E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6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3" name="PlaceHolder 4">
            <a:extLst>
              <a:ext uri="{FF2B5EF4-FFF2-40B4-BE49-F238E27FC236}">
                <a16:creationId xmlns:a16="http://schemas.microsoft.com/office/drawing/2014/main" id="{55777A94-612A-41B1-9CC4-3A707CCE427F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3581400" cy="1971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開局取得牌組設定的起手卡。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每回合可抽 1 張，移動後停止抽牌。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手牌拖到回收格，可重新取得抽牌機會。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符合條件時，卡牌與合法目標會提示。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拖曳至棋子或場地區即可使用。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無法使用時顯示原因，不消耗卡牌。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B775C5E-2A18-487C-98E1-D817F61910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63"/>
          <a:stretch>
            <a:fillRect/>
          </a:stretch>
        </p:blipFill>
        <p:spPr>
          <a:xfrm>
            <a:off x="4139640" y="360000"/>
            <a:ext cx="3960000" cy="222864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0F92913-81A2-4EAB-B6F7-08BB630D5E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23"/>
          <a:stretch>
            <a:fillRect/>
          </a:stretch>
        </p:blipFill>
        <p:spPr>
          <a:xfrm>
            <a:off x="4134287" y="2588642"/>
            <a:ext cx="3970707" cy="222864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D439173-C669-4326-9A63-A13F8FBFA3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552" y="2988577"/>
            <a:ext cx="1905186" cy="1827897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B351B81-A86C-4D78-A150-512672F74F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6015"/>
          <a:stretch>
            <a:fillRect/>
          </a:stretch>
        </p:blipFill>
        <p:spPr>
          <a:xfrm>
            <a:off x="2173581" y="2997200"/>
            <a:ext cx="1940889" cy="18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8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>
            <a:extLst>
              <a:ext uri="{FF2B5EF4-FFF2-40B4-BE49-F238E27FC236}">
                <a16:creationId xmlns:a16="http://schemas.microsoft.com/office/drawing/2014/main" id="{46BE335E-21AE-4320-910A-EF65A69B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HP、勝負與特殊走法</a:t>
            </a:r>
          </a:p>
        </p:txBody>
      </p:sp>
      <p:sp>
        <p:nvSpPr>
          <p:cNvPr id="307" name="PlaceHolder 2">
            <a:extLst>
              <a:ext uri="{FF2B5EF4-FFF2-40B4-BE49-F238E27FC236}">
                <a16:creationId xmlns:a16="http://schemas.microsoft.com/office/drawing/2014/main" id="{56A7F071-141E-4F98-AA70-A5DD05964A32}"/>
              </a:ext>
            </a:extLst>
          </p:cNvPr>
          <p:cNvSpPr>
            <a:spLocks noGrp="1"/>
          </p:cNvSpPr>
          <p:nvPr>
            <p:ph type="sldNum" idx="47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4BEA120-B997-4AA1-B1FA-83B037105F2A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7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0" name="PlaceHolder 6">
            <a:extLst>
              <a:ext uri="{FF2B5EF4-FFF2-40B4-BE49-F238E27FC236}">
                <a16:creationId xmlns:a16="http://schemas.microsoft.com/office/drawing/2014/main" id="{698896A2-EE4B-40FB-9270-17D0F7CC751C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3581400" cy="18764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雙方各有 100 HP，吃子與卡牌能造成傷害。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對手 HP 歸零或國王被將死即可獲勝。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血腥瑪麗等特殊卡可改變勝負判定。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長槍兵改變兵的走法，護城河限制路徑。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出牌前會預覽棋盤變化並檢查國王安全，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防止卡牌造成非法將軍或暴露己方國王。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F04F775-48CE-4E75-8CF3-FB3886AED2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3"/>
          <a:stretch>
            <a:fillRect/>
          </a:stretch>
        </p:blipFill>
        <p:spPr>
          <a:xfrm>
            <a:off x="4137481" y="360001"/>
            <a:ext cx="3959640" cy="222636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DF3452B3-CD58-44E2-8523-C72A1ABAFF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702"/>
          <a:stretch>
            <a:fillRect/>
          </a:stretch>
        </p:blipFill>
        <p:spPr>
          <a:xfrm>
            <a:off x="4137481" y="2586369"/>
            <a:ext cx="3959640" cy="200107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68CEBB1-B47B-4ABA-885A-093C6BE0D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5185" y="2829967"/>
            <a:ext cx="1225041" cy="170169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CB0F8179-CEFD-40F5-8DAA-2D88E1BDA4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6827" y="2829967"/>
            <a:ext cx="1258357" cy="1701693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8D97CB70-0322-4377-B48D-4AB8DACC7B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151" y="3143667"/>
            <a:ext cx="1022518" cy="1376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878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>
            <a:extLst>
              <a:ext uri="{FF2B5EF4-FFF2-40B4-BE49-F238E27FC236}">
                <a16:creationId xmlns:a16="http://schemas.microsoft.com/office/drawing/2014/main" id="{D6CE200B-29C8-4D34-BEDC-8B0939D52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場地卡與合成</a:t>
            </a:r>
          </a:p>
        </p:txBody>
      </p:sp>
      <p:sp>
        <p:nvSpPr>
          <p:cNvPr id="312" name="PlaceHolder 2">
            <a:extLst>
              <a:ext uri="{FF2B5EF4-FFF2-40B4-BE49-F238E27FC236}">
                <a16:creationId xmlns:a16="http://schemas.microsoft.com/office/drawing/2014/main" id="{A9BA0907-39E2-4632-A5FA-16699BA751C2}"/>
              </a:ext>
            </a:extLst>
          </p:cNvPr>
          <p:cNvSpPr>
            <a:spLocks noGrp="1"/>
          </p:cNvSpPr>
          <p:nvPr>
            <p:ph type="sldNum" idx="48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E7C127-A4D4-414F-BF23-DB41B913F937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8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15" name="PlaceHolder 9">
            <a:extLst>
              <a:ext uri="{FF2B5EF4-FFF2-40B4-BE49-F238E27FC236}">
                <a16:creationId xmlns:a16="http://schemas.microsoft.com/office/drawing/2014/main" id="{2EA9A0A8-4254-4BAF-834C-29B2F321F769}"/>
              </a:ext>
            </a:extLst>
          </p:cNvPr>
          <p:cNvSpPr>
            <a:spLocks noGrp="1"/>
          </p:cNvSpPr>
          <p:nvPr/>
        </p:nvSpPr>
        <p:spPr>
          <a:xfrm>
            <a:off x="400050" y="914400"/>
            <a:ext cx="3581400" cy="17811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場上最多放置 2 張場地卡。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場地效果可影響雙方，需配合牌組使用。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符合配方的場地會合成進階卡。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例如「火山＋火山」合成「熔岩高原」，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讓持續傷害成為另一種取勝手段。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F12 另支援切換普通西洋棋規則。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F6D9E17-3897-4EFE-B408-4CBEC64F13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23"/>
          <a:stretch>
            <a:fillRect/>
          </a:stretch>
        </p:blipFill>
        <p:spPr>
          <a:xfrm>
            <a:off x="4137480" y="372410"/>
            <a:ext cx="3959639" cy="222243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7896BFC-FB56-454F-827E-AE0EDC2AFB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634" t="26556" b="39720"/>
          <a:stretch>
            <a:fillRect/>
          </a:stretch>
        </p:blipFill>
        <p:spPr>
          <a:xfrm>
            <a:off x="467212" y="2683679"/>
            <a:ext cx="3310528" cy="215004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5EFD012-B61E-419D-AA07-576DC5D5A1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350"/>
          <a:stretch>
            <a:fillRect/>
          </a:stretch>
        </p:blipFill>
        <p:spPr>
          <a:xfrm>
            <a:off x="4138566" y="2594840"/>
            <a:ext cx="3973209" cy="222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83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>
            <a:extLst>
              <a:ext uri="{FF2B5EF4-FFF2-40B4-BE49-F238E27FC236}">
                <a16:creationId xmlns:a16="http://schemas.microsoft.com/office/drawing/2014/main" id="{1A207B93-B66C-4458-819A-BFA72B93A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RPG 規則與關鍵字</a:t>
            </a:r>
          </a:p>
        </p:txBody>
      </p:sp>
      <p:sp>
        <p:nvSpPr>
          <p:cNvPr id="317" name="PlaceHolder 2">
            <a:extLst>
              <a:ext uri="{FF2B5EF4-FFF2-40B4-BE49-F238E27FC236}">
                <a16:creationId xmlns:a16="http://schemas.microsoft.com/office/drawing/2014/main" id="{E9D5BACA-7F03-41C0-955A-6565FFAB7458}"/>
              </a:ext>
            </a:extLst>
          </p:cNvPr>
          <p:cNvSpPr>
            <a:spLocks noGrp="1"/>
          </p:cNvSpPr>
          <p:nvPr>
            <p:ph type="sldNum" idx="49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A7496DB-015C-44B4-B324-57B8B0872006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9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318" name="表格 317">
            <a:extLst>
              <a:ext uri="{FF2B5EF4-FFF2-40B4-BE49-F238E27FC236}">
                <a16:creationId xmlns:a16="http://schemas.microsoft.com/office/drawing/2014/main" id="{63C539F2-D14E-4571-926F-C03278AAA1B0}"/>
              </a:ext>
            </a:extLst>
          </p:cNvPr>
          <p:cNvGraphicFramePr/>
          <p:nvPr/>
        </p:nvGraphicFramePr>
        <p:xfrm>
          <a:off x="3600000" y="723600"/>
          <a:ext cx="4858560" cy="4092480"/>
        </p:xfrm>
        <a:graphic>
          <a:graphicData uri="http://schemas.openxmlformats.org/drawingml/2006/table">
            <a:tbl>
              <a:tblPr/>
              <a:tblGrid>
                <a:gridCol w="70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1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規則名稱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1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效果/說明</a:t>
                      </a:r>
                      <a:endParaRPr sz="10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轉職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為棋子裝備卡片 一枚棋子只能裝備一張轉職卡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事件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一次性發動的效果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6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場地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最多 2 張，依卡牌規則持續生效；特定組合可合成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指示物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特定卡片產生的特殊棋子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遺言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棋子被吃子時發動效果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增傷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增加當次造成的傷害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弱化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減少當次造成的傷害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易傷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增加當次受到的傷害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減傷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減少當次受到的傷害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攻擊力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吃子結算時加入傷害的棋子數值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價值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被吃棋子的數值，加入吃子傷害結算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休戰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最終傷害歸 0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5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禁療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最終治療歸0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60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主動技能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 u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部分轉職卡持有的特殊技能</a:t>
                      </a:r>
                    </a:p>
                  </a:txBody>
                  <a:tcPr marL="90000" marR="90000" anchor="ctr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19" name="PlaceHolder 5">
            <a:extLst>
              <a:ext uri="{FF2B5EF4-FFF2-40B4-BE49-F238E27FC236}">
                <a16:creationId xmlns:a16="http://schemas.microsoft.com/office/drawing/2014/main" id="{1207981D-C2E0-45FD-B8A8-A9D186CDEB75}"/>
              </a:ext>
            </a:extLst>
          </p:cNvPr>
          <p:cNvSpPr>
            <a:spLocks noGrp="1"/>
          </p:cNvSpPr>
          <p:nvPr/>
        </p:nvSpPr>
        <p:spPr>
          <a:xfrm>
            <a:off x="400050" y="895350"/>
            <a:ext cx="3048000" cy="37623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>
            <a:def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保留西洋棋基本規則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吃子、吃過路兵、升變、易位、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將軍與將死。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加入卡牌與狀態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裝備轉職、施放事件、配置場地，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在指定時機觸發效果。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資訊提示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卡牌說明提供關鍵字解釋，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3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協助理解增傷、減傷與特殊規則。</a:t>
            </a:r>
          </a:p>
        </p:txBody>
      </p:sp>
    </p:spTree>
    <p:extLst>
      <p:ext uri="{BB962C8B-B14F-4D97-AF65-F5344CB8AC3E}">
        <p14:creationId xmlns:p14="http://schemas.microsoft.com/office/powerpoint/2010/main" val="1149436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>
            <a:extLst>
              <a:ext uri="{FF2B5EF4-FFF2-40B4-BE49-F238E27FC236}">
                <a16:creationId xmlns:a16="http://schemas.microsoft.com/office/drawing/2014/main" id="{1C6DFD7E-B4B5-4E81-9360-85EA90C0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傷害屬性與修正規則</a:t>
            </a:r>
          </a:p>
        </p:txBody>
      </p:sp>
      <p:sp>
        <p:nvSpPr>
          <p:cNvPr id="321" name="PlaceHolder 2">
            <a:extLst>
              <a:ext uri="{FF2B5EF4-FFF2-40B4-BE49-F238E27FC236}">
                <a16:creationId xmlns:a16="http://schemas.microsoft.com/office/drawing/2014/main" id="{264DEF2B-3D54-4D66-A575-2BD435FE3E22}"/>
              </a:ext>
            </a:extLst>
          </p:cNvPr>
          <p:cNvSpPr>
            <a:spLocks noGrp="1"/>
          </p:cNvSpPr>
          <p:nvPr>
            <p:ph type="sldNum" idx="50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BD15CEB-99F9-40FF-8BF1-6519D945B7E8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10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graphicFrame>
        <p:nvGraphicFramePr>
          <p:cNvPr id="322" name="表格 321">
            <a:extLst>
              <a:ext uri="{FF2B5EF4-FFF2-40B4-BE49-F238E27FC236}">
                <a16:creationId xmlns:a16="http://schemas.microsoft.com/office/drawing/2014/main" id="{619FAC3B-836B-4D60-AD9E-EBDA1A7396B6}"/>
              </a:ext>
            </a:extLst>
          </p:cNvPr>
          <p:cNvGraphicFramePr/>
          <p:nvPr/>
        </p:nvGraphicFramePr>
        <p:xfrm>
          <a:off x="243000" y="736200"/>
          <a:ext cx="8521920" cy="4039920"/>
        </p:xfrm>
        <a:graphic>
          <a:graphicData uri="http://schemas.openxmlformats.org/drawingml/2006/table">
            <a:tbl>
              <a:tblPr>
                <a:effectLst>
                  <a:outerShdw blurRad="635040" dist="50402" dir="2700000" rotWithShape="0">
                    <a:srgbClr val="808080">
                      <a:alpha val="50000"/>
                    </a:srgbClr>
                  </a:outerShdw>
                </a:effectLst>
              </a:tblPr>
              <a:tblGrid>
                <a:gridCol w="10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1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屬性類型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效果說明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增傷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弱化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易傷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減傷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600" b="1" u="none" strike="noStrike">
                          <a:solidFill>
                            <a:srgbClr val="FFFFF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屬性增傷</a:t>
                      </a:r>
                      <a:endParaRPr sz="1600" b="0" u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無屬性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預設傷害類型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FF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火屬性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接受一般修正與火屬性加成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4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729FCF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電屬性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略過一般增傷與弱化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77BC65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毒屬性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依狀態在移動或回合結束時觸發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80008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詛咒屬性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noFill/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回合結束觸發，被吃後可轉移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O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 cap="none" spc="0" baseline="0">
                          <a:ln w="0"/>
                          <a:gradFill>
                            <a:gsLst>
                              <a:gs pos="21000">
                                <a:srgbClr val="53575C"/>
                              </a:gs>
                              <a:gs pos="88000">
                                <a:srgbClr val="C5C7CA"/>
                              </a:gs>
                            </a:gsLst>
                            <a:lin ang="5400000"/>
                          </a:gradFill>
                          <a:latin typeface="新細明體"/>
                          <a:ea typeface="新細明體"/>
                          <a:cs typeface="新細明體"/>
                        </a:rPr>
                        <a:t>真實傷害</a:t>
                      </a:r>
                      <a:endParaRPr sz="1200" b="0" u="none" strike="noStrike" cap="none" spc="0" baseline="0">
                        <a:ln w="0"/>
                        <a:gradFill>
                          <a:gsLst>
                            <a:gs pos="21000">
                              <a:srgbClr val="53575C"/>
                            </a:gs>
                            <a:gs pos="88000">
                              <a:srgbClr val="C5C7CA"/>
                            </a:gs>
                          </a:gsLst>
                          <a:lin ang="5400000"/>
                        </a:gra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noFill/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略過一般與屬性增減傷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 cmpd="sng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54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1" u="none" strike="noStrike">
                          <a:solidFill>
                            <a:srgbClr val="C9211E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代價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 cmpd="sng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直接支付 HP，不套用增減傷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200" b="0" u="none" strike="noStrike">
                          <a:solidFill>
                            <a:srgbClr val="000000"/>
                          </a:solidFill>
                          <a:latin typeface="新細明體"/>
                          <a:ea typeface="新細明體"/>
                          <a:cs typeface="新細明體"/>
                        </a:rPr>
                        <a:t>X</a:t>
                      </a:r>
                      <a:endParaRPr sz="1200" b="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36000" marR="36000" anchor="ctr">
                    <a:lnL w="7200">
                      <a:solidFill>
                        <a:srgbClr val="FFFFFF"/>
                      </a:solidFill>
                      <a:prstDash val="solid"/>
                    </a:lnL>
                    <a:lnR w="7200">
                      <a:solidFill>
                        <a:srgbClr val="FFFFFF"/>
                      </a:solidFill>
                      <a:prstDash val="solid"/>
                    </a:lnR>
                    <a:lnT w="7200">
                      <a:solidFill>
                        <a:srgbClr val="FFFFFF"/>
                      </a:solidFill>
                      <a:prstDash val="solid"/>
                    </a:lnT>
                    <a:lnB w="7200">
                      <a:solidFill>
                        <a:srgbClr val="FFFFFF"/>
                      </a:solidFill>
                      <a:prstDash val="solid"/>
                    </a:lnB>
                    <a:solidFill>
                      <a:srgbClr val="B4C7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3314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>
            <a:extLst>
              <a:ext uri="{FF2B5EF4-FFF2-40B4-BE49-F238E27FC236}">
                <a16:creationId xmlns:a16="http://schemas.microsoft.com/office/drawing/2014/main" id="{9B62856A-086D-45AB-893E-5C41D5B94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核心技術與目前成果</a:t>
            </a:r>
          </a:p>
        </p:txBody>
      </p:sp>
      <p:sp>
        <p:nvSpPr>
          <p:cNvPr id="324" name="PlaceHolder 2">
            <a:extLst>
              <a:ext uri="{FF2B5EF4-FFF2-40B4-BE49-F238E27FC236}">
                <a16:creationId xmlns:a16="http://schemas.microsoft.com/office/drawing/2014/main" id="{B4505BE4-C01D-401D-BCCC-0F26E00592E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3400" y="952500"/>
            <a:ext cx="8096250" cy="3714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Unity 6 與 UGUI：棋盤互動、牌組編輯及卡牌提示。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ScriptableObject：36 張 CardAsset，資料與對局狀態分離。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Photon PUN：主機驗證指令、同步對局及隱藏對手手牌。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佇列與演出流程：依序顯示修正來源、最終傷害及 HP 變動。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Prefab 與 URP：4 款狀態待機特效已接入卡牌。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回歸工具：涵蓋核心規則、牌組、傷害、國王安全及特效。</a:t>
            </a:r>
          </a:p>
        </p:txBody>
      </p:sp>
      <p:sp>
        <p:nvSpPr>
          <p:cNvPr id="325" name="PlaceHolder 3">
            <a:extLst>
              <a:ext uri="{FF2B5EF4-FFF2-40B4-BE49-F238E27FC236}">
                <a16:creationId xmlns:a16="http://schemas.microsoft.com/office/drawing/2014/main" id="{F2D1AEC0-FBC7-4B3A-ABBD-87F144522C8A}"/>
              </a:ext>
            </a:extLst>
          </p:cNvPr>
          <p:cNvSpPr>
            <a:spLocks noGrp="1"/>
          </p:cNvSpPr>
          <p:nvPr>
            <p:ph type="sldNum" idx="51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705BBC2-9B6C-4D29-95FD-33C22B05A916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11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3934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>
            <a:extLst>
              <a:ext uri="{FF2B5EF4-FFF2-40B4-BE49-F238E27FC236}">
                <a16:creationId xmlns:a16="http://schemas.microsoft.com/office/drawing/2014/main" id="{D50469DC-75CE-4FF0-A2EE-557A632E5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開發難題與目前限制</a:t>
            </a:r>
          </a:p>
        </p:txBody>
      </p:sp>
      <p:sp>
        <p:nvSpPr>
          <p:cNvPr id="327" name="PlaceHolder 2">
            <a:extLst>
              <a:ext uri="{FF2B5EF4-FFF2-40B4-BE49-F238E27FC236}">
                <a16:creationId xmlns:a16="http://schemas.microsoft.com/office/drawing/2014/main" id="{0BA34DF5-2B36-4910-AC44-ED5C95C4ABD7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3400" y="914400"/>
            <a:ext cx="8096250" cy="3952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特殊走法與國王安全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出牌會改變攻擊範圍，必須同時檢查雙方國王。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多人同步與手牌隱私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處理重複指令、非法來源及僅傳送接收者可見資訊。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規則計算與視覺演出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多目標傷害、增減傷與動畫必須維持相同結算順序。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尚待完成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雙端連線與效能仍待驗收，完整斷線續局尚未實作。</a:t>
            </a:r>
          </a:p>
        </p:txBody>
      </p:sp>
      <p:sp>
        <p:nvSpPr>
          <p:cNvPr id="328" name="PlaceHolder 3">
            <a:extLst>
              <a:ext uri="{FF2B5EF4-FFF2-40B4-BE49-F238E27FC236}">
                <a16:creationId xmlns:a16="http://schemas.microsoft.com/office/drawing/2014/main" id="{D69114CC-3D89-4625-8E90-11BCC01EC5F3}"/>
              </a:ext>
            </a:extLst>
          </p:cNvPr>
          <p:cNvSpPr>
            <a:spLocks noGrp="1"/>
          </p:cNvSpPr>
          <p:nvPr>
            <p:ph type="sldNum" idx="52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92259DD-7438-44DA-987A-D9F9033B87B5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12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20595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>
            <a:extLst>
              <a:ext uri="{FF2B5EF4-FFF2-40B4-BE49-F238E27FC236}">
                <a16:creationId xmlns:a16="http://schemas.microsoft.com/office/drawing/2014/main" id="{1D1A0ADE-AC68-44CA-A511-5A5151E0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問題解決與驗證方式</a:t>
            </a:r>
          </a:p>
        </p:txBody>
      </p:sp>
      <p:sp>
        <p:nvSpPr>
          <p:cNvPr id="330" name="PlaceHolder 2">
            <a:extLst>
              <a:ext uri="{FF2B5EF4-FFF2-40B4-BE49-F238E27FC236}">
                <a16:creationId xmlns:a16="http://schemas.microsoft.com/office/drawing/2014/main" id="{FE1F01ED-09DC-47DA-974C-EFF523573B6F}"/>
              </a:ext>
            </a:extLst>
          </p:cNvPr>
          <p:cNvSpPr>
            <a:spLocks noGrp="1"/>
          </p:cNvSpPr>
          <p:nvPr>
            <p:ph type="sldNum" idx="53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45E676D-241E-49F8-9483-8B7D89D9442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13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331" name="圖片 2">
            <a:extLst>
              <a:ext uri="{FF2B5EF4-FFF2-40B4-BE49-F238E27FC236}">
                <a16:creationId xmlns:a16="http://schemas.microsoft.com/office/drawing/2014/main" id="{4E9CC97E-61BE-4462-8118-8210F03F8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48250" y="3857625"/>
            <a:ext cx="1476375" cy="737711"/>
          </a:xfrm>
          <a:prstGeom prst="rect">
            <a:avLst/>
          </a:prstGeom>
          <a:ln w="0">
            <a:noFill/>
          </a:ln>
        </p:spPr>
      </p:pic>
      <p:pic>
        <p:nvPicPr>
          <p:cNvPr id="332" name="圖片 3">
            <a:extLst>
              <a:ext uri="{FF2B5EF4-FFF2-40B4-BE49-F238E27FC236}">
                <a16:creationId xmlns:a16="http://schemas.microsoft.com/office/drawing/2014/main" id="{22A9826D-6FF3-4E5F-8722-AADA33CCA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953000" y="952500"/>
            <a:ext cx="3619500" cy="2658904"/>
          </a:xfrm>
          <a:prstGeom prst="rect">
            <a:avLst/>
          </a:prstGeom>
          <a:ln w="0">
            <a:noFill/>
          </a:ln>
        </p:spPr>
      </p:pic>
      <p:pic>
        <p:nvPicPr>
          <p:cNvPr id="333" name="圖片 7">
            <a:extLst>
              <a:ext uri="{FF2B5EF4-FFF2-40B4-BE49-F238E27FC236}">
                <a16:creationId xmlns:a16="http://schemas.microsoft.com/office/drawing/2014/main" id="{EEF01034-1C05-40FE-B119-D71ADA7C62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58000" y="3810000"/>
            <a:ext cx="1476375" cy="853154"/>
          </a:xfrm>
          <a:prstGeom prst="rect">
            <a:avLst/>
          </a:prstGeom>
          <a:ln w="0">
            <a:noFill/>
          </a:ln>
        </p:spPr>
      </p:pic>
      <p:sp>
        <p:nvSpPr>
          <p:cNvPr id="334" name="矩形 333">
            <a:extLst>
              <a:ext uri="{FF2B5EF4-FFF2-40B4-BE49-F238E27FC236}">
                <a16:creationId xmlns:a16="http://schemas.microsoft.com/office/drawing/2014/main" id="{6BA490CC-0729-4DF1-BDC4-94095C6B64BC}"/>
              </a:ext>
            </a:extLst>
          </p:cNvPr>
          <p:cNvSpPr>
            <a:spLocks noGrp="1"/>
          </p:cNvSpPr>
          <p:nvPr/>
        </p:nvSpPr>
        <p:spPr>
          <a:xfrm>
            <a:off x="400050" y="952500"/>
            <a:ext cx="4333875" cy="3714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規則預覽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先模擬卡牌效果、檢查合法性，再還原棋盤。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連線驗證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檢查來源、序號與牌組，阻擋重複或非法指令。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可重現的回歸案例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以火球、火山、聖騎士等組合核對傷害與演出。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開發工具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使用 AI 協助分析與修正，搭配 Git 保留變更，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  <a:defRPr sz="14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再以測試及實際操作確認結果。</a:t>
            </a:r>
          </a:p>
        </p:txBody>
      </p:sp>
    </p:spTree>
    <p:extLst>
      <p:ext uri="{BB962C8B-B14F-4D97-AF65-F5344CB8AC3E}">
        <p14:creationId xmlns:p14="http://schemas.microsoft.com/office/powerpoint/2010/main" val="2048107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>
            <a:extLst>
              <a:ext uri="{FF2B5EF4-FFF2-40B4-BE49-F238E27FC236}">
                <a16:creationId xmlns:a16="http://schemas.microsoft.com/office/drawing/2014/main" id="{AFE115FB-9ABA-4323-BFE0-2DA70DFAC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已完成進展與後續規劃</a:t>
            </a:r>
          </a:p>
        </p:txBody>
      </p:sp>
      <p:sp>
        <p:nvSpPr>
          <p:cNvPr id="335" name="PlaceHolder 2">
            <a:extLst>
              <a:ext uri="{FF2B5EF4-FFF2-40B4-BE49-F238E27FC236}">
                <a16:creationId xmlns:a16="http://schemas.microsoft.com/office/drawing/2014/main" id="{98C04504-1AE7-4EE8-BECE-50E4E403E018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33400" y="914400"/>
            <a:ext cx="8096250" cy="3905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近期進展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完成牌組篩選、卡牌關鍵字提示與傷害分段演出。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貞德、血腥瑪麗、電網及毒蛇已接入待機特效。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優先補齊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驗收雙端連線與效能；補上新版電網主動操作及同步。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確認毒／詛咒疊層規則，持續調整平衡與操作回饋。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後續擴充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725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更多卡牌、世界觀、專屬動畫與玩家角色表現。</a:t>
            </a:r>
          </a:p>
        </p:txBody>
      </p:sp>
      <p:sp>
        <p:nvSpPr>
          <p:cNvPr id="336" name="PlaceHolder 3">
            <a:extLst>
              <a:ext uri="{FF2B5EF4-FFF2-40B4-BE49-F238E27FC236}">
                <a16:creationId xmlns:a16="http://schemas.microsoft.com/office/drawing/2014/main" id="{5FDD9772-A3B9-404C-94A0-3DF4FFA86C24}"/>
              </a:ext>
            </a:extLst>
          </p:cNvPr>
          <p:cNvSpPr>
            <a:spLocks noGrp="1"/>
          </p:cNvSpPr>
          <p:nvPr>
            <p:ph type="sldNum" idx="54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670B579-853B-4014-9584-929AD31C4ED2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14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66881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>
            <a:extLst>
              <a:ext uri="{FF2B5EF4-FFF2-40B4-BE49-F238E27FC236}">
                <a16:creationId xmlns:a16="http://schemas.microsoft.com/office/drawing/2014/main" id="{7F038A95-64B0-4B4E-BEE5-A8E0DD8EF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合作方向與職涯目標</a:t>
            </a:r>
          </a:p>
        </p:txBody>
      </p:sp>
      <p:sp>
        <p:nvSpPr>
          <p:cNvPr id="338" name="PlaceHolder 2">
            <a:extLst>
              <a:ext uri="{FF2B5EF4-FFF2-40B4-BE49-F238E27FC236}">
                <a16:creationId xmlns:a16="http://schemas.microsoft.com/office/drawing/2014/main" id="{99441741-CE9E-4A16-B20E-F925C119ACC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71500" y="1143000"/>
            <a:ext cx="7810500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目前暫不徵求合作夥伴。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希望先投入遊戲相關工作，累積實務開發經驗。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95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以 ChessRPG 持續完善玩法與技術作品集。</a:t>
            </a:r>
          </a:p>
        </p:txBody>
      </p:sp>
      <p:sp>
        <p:nvSpPr>
          <p:cNvPr id="339" name="PlaceHolder 3">
            <a:extLst>
              <a:ext uri="{FF2B5EF4-FFF2-40B4-BE49-F238E27FC236}">
                <a16:creationId xmlns:a16="http://schemas.microsoft.com/office/drawing/2014/main" id="{8EC1BCEE-61C0-4997-BBCE-B089FD84C03B}"/>
              </a:ext>
            </a:extLst>
          </p:cNvPr>
          <p:cNvSpPr>
            <a:spLocks noGrp="1"/>
          </p:cNvSpPr>
          <p:nvPr>
            <p:ph type="sldNum" idx="55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90F551-807C-400E-9E8F-E845EB178F04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15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6581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2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>
            <a:extLst>
              <a:ext uri="{FF2B5EF4-FFF2-40B4-BE49-F238E27FC236}">
                <a16:creationId xmlns:a16="http://schemas.microsoft.com/office/drawing/2014/main" id="{8EAD25E8-1E76-492D-BD80-E387981D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60" y="273600"/>
            <a:ext cx="851904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defPPr>
            <a:lvl1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1pPr>
            <a:lvl2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2pPr>
            <a:lvl3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3pPr>
            <a:lvl4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4pPr>
            <a:lvl5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5pPr>
            <a:lvl6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6pPr>
            <a:lvl7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7pPr>
            <a:lvl8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8pPr>
            <a:lvl9pPr algn="l"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defRPr>
            </a:pPr>
            <a:r>
              <a:rPr sz="2286" b="1">
                <a:solidFill>
                  <a:srgbClr val="EF6C00"/>
                </a:solidFill>
                <a:latin typeface="PT Sans Narrow"/>
                <a:ea typeface="PT Sans Narrow"/>
                <a:cs typeface="PT Sans Narrow"/>
              </a:rPr>
              <a:t>學習心得與未來期許</a:t>
            </a:r>
          </a:p>
        </p:txBody>
      </p:sp>
      <p:sp>
        <p:nvSpPr>
          <p:cNvPr id="341" name="PlaceHolder 2">
            <a:extLst>
              <a:ext uri="{FF2B5EF4-FFF2-40B4-BE49-F238E27FC236}">
                <a16:creationId xmlns:a16="http://schemas.microsoft.com/office/drawing/2014/main" id="{AF3DD085-4E34-4292-8A91-A92C74BDA15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38150" y="1000125"/>
            <a:ext cx="8191500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學習心得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透過持續練習與完成專案，逐步提升自己的程式能力。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專案實作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從棋盤規則延伸到卡牌系統、多人連線與戰鬥演出。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未來目標</a:t>
            </a:r>
          </a:p>
          <a:p>
            <a:pPr marL="0" indent="0" algn="l">
              <a:spcBef>
                <a:spcPts val="0"/>
              </a:spcBef>
              <a:spcAft>
                <a:spcPts val="1100"/>
              </a:spcAft>
              <a:buNone/>
              <a:defRPr sz="1800" b="0">
                <a:solidFill>
                  <a:srgbClr val="695D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95D46"/>
                </a:solidFill>
                <a:latin typeface="Arial"/>
                <a:ea typeface="Arial"/>
                <a:cs typeface="Arial"/>
              </a:rPr>
              <a:t>進入遊戲公司，參與大型專案並累積團隊開發經驗。</a:t>
            </a:r>
          </a:p>
        </p:txBody>
      </p:sp>
      <p:sp>
        <p:nvSpPr>
          <p:cNvPr id="342" name="PlaceHolder 3">
            <a:extLst>
              <a:ext uri="{FF2B5EF4-FFF2-40B4-BE49-F238E27FC236}">
                <a16:creationId xmlns:a16="http://schemas.microsoft.com/office/drawing/2014/main" id="{4555C315-3F0B-48DB-84FA-6BE6B72E9F83}"/>
              </a:ext>
            </a:extLst>
          </p:cNvPr>
          <p:cNvSpPr>
            <a:spLocks noGrp="1"/>
          </p:cNvSpPr>
          <p:nvPr>
            <p:ph type="sldNum" idx="56"/>
          </p:nvPr>
        </p:nvSpPr>
        <p:spPr>
          <a:xfrm>
            <a:off x="8472600" y="4663080"/>
            <a:ext cx="547200" cy="392040"/>
          </a:xfrm>
          <a:prstGeom prst="rect">
            <a:avLst/>
          </a:prstGeom>
          <a:noFill/>
          <a:ln w="0">
            <a:noFill/>
          </a:ln>
        </p:spPr>
        <p:txBody>
          <a:bodyPr lIns="90000" tIns="91440" rIns="9000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1104B3D-BC86-47B3-858E-3BA1DECE18C1}" type="slidenum">
              <a:rPr sz="1000" b="0" u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</a:rPr>
              <a:t>16</a:t>
            </a:fld>
            <a:endParaRPr sz="1000" b="0" u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9267739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Tropic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</Words>
  <Application>Microsoft Office PowerPoint</Application>
  <DocSecurity>0</DocSecurity>
  <PresentationFormat>如螢幕大小 (16:9)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5</vt:i4>
      </vt:variant>
      <vt:variant>
        <vt:lpstr>投影片標題</vt:lpstr>
      </vt:variant>
      <vt:variant>
        <vt:i4>16</vt:i4>
      </vt:variant>
    </vt:vector>
  </HeadingPairs>
  <TitlesOfParts>
    <vt:vector size="28" baseType="lpstr">
      <vt:lpstr>新細明體</vt:lpstr>
      <vt:lpstr>Arial</vt:lpstr>
      <vt:lpstr>Open Sans</vt:lpstr>
      <vt:lpstr>PT Sans Narrow</vt:lpstr>
      <vt:lpstr>Symbol</vt:lpstr>
      <vt:lpstr>Times New Roman</vt:lpstr>
      <vt:lpstr>Wingdings</vt:lpstr>
      <vt:lpstr>Tropic</vt:lpstr>
      <vt:lpstr>Tropic</vt:lpstr>
      <vt:lpstr>Tropic</vt:lpstr>
      <vt:lpstr>Tropic</vt:lpstr>
      <vt:lpstr>Office Theme</vt:lpstr>
      <vt:lpstr>ChessRPG</vt:lpstr>
      <vt:lpstr>簡報大綱</vt:lpstr>
      <vt:lpstr>自我介紹</vt:lpstr>
      <vt:lpstr>主選單與牌組編輯</vt:lpstr>
      <vt:lpstr>線上對戰與房間</vt:lpstr>
      <vt:lpstr>抽牌、回收與出牌</vt:lpstr>
      <vt:lpstr>HP、勝負與特殊走法</vt:lpstr>
      <vt:lpstr>場地卡與合成</vt:lpstr>
      <vt:lpstr>RPG 規則與關鍵字</vt:lpstr>
      <vt:lpstr>傷害屬性與修正規則</vt:lpstr>
      <vt:lpstr>核心技術與目前成果</vt:lpstr>
      <vt:lpstr>開發難題與目前限制</vt:lpstr>
      <vt:lpstr>問題解決與驗證方式</vt:lpstr>
      <vt:lpstr>已完成進展與後續規劃</vt:lpstr>
      <vt:lpstr>合作方向與職涯目標</vt:lpstr>
      <vt:lpstr>學習心得與未來期許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文諺 張</cp:lastModifiedBy>
  <cp:revision>1</cp:revision>
  <dcterms:created xsi:type="dcterms:W3CDTF">2026-10-27T13:34:30Z</dcterms:created>
  <dcterms:modified xsi:type="dcterms:W3CDTF">2026-10-27T14:16:05Z</dcterms:modified>
</cp:coreProperties>
</file>