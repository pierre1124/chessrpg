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86beb7c96449d9" /><Relationship Type="http://schemas.openxmlformats.org/officeDocument/2006/relationships/extended-properties" Target="/docProps/app.xml" Id="Rba96f2d4b6cd495a" /><Relationship Type="http://schemas.openxmlformats.org/officeDocument/2006/relationships/officeDocument" Target="/ppt/presentation.xml" Id="R17ff4d0460c1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16ee792324d6b"/>
    <p:sldMasterId xmlns:r="http://schemas.openxmlformats.org/officeDocument/2006/relationships" id="2147483650" r:id="R26f77e03b4304610"/>
    <p:sldMasterId xmlns:r="http://schemas.openxmlformats.org/officeDocument/2006/relationships" id="2147483661" r:id="R6231f9fa16574c8a"/>
    <p:sldMasterId xmlns:r="http://schemas.openxmlformats.org/officeDocument/2006/relationships" id="2147483663" r:id="Rb14e863ba3314589"/>
    <p:sldMasterId xmlns:r="http://schemas.openxmlformats.org/officeDocument/2006/relationships" id="2147483680" r:id="R59925bbaa1fe446d"/>
  </p:sldMasterIdLst>
  <p:notesMasterIdLst>
    <p:notesMasterId xmlns:r="http://schemas.openxmlformats.org/officeDocument/2006/relationships" r:id="R951e4b0ed7794d70"/>
  </p:notesMasterIdLst>
  <p:sldIdLst>
    <p:sldId xmlns:r="http://schemas.openxmlformats.org/officeDocument/2006/relationships" id="256" r:id="Rd6b119dd848f4cbe"/>
    <p:sldId xmlns:r="http://schemas.openxmlformats.org/officeDocument/2006/relationships" id="257" r:id="R18f9cf02dab841a3"/>
    <p:sldId xmlns:r="http://schemas.openxmlformats.org/officeDocument/2006/relationships" id="258" r:id="R5356481b6a5f435b"/>
    <p:sldId xmlns:r="http://schemas.openxmlformats.org/officeDocument/2006/relationships" id="259" r:id="R0673a873a9b1431f"/>
    <p:sldId xmlns:r="http://schemas.openxmlformats.org/officeDocument/2006/relationships" id="260" r:id="R0a92a5f2133a4834"/>
    <p:sldId xmlns:r="http://schemas.openxmlformats.org/officeDocument/2006/relationships" id="261" r:id="Ra6cfa79e6e004aa1"/>
    <p:sldId xmlns:r="http://schemas.openxmlformats.org/officeDocument/2006/relationships" id="262" r:id="R71ad9a54dd254bb5"/>
    <p:sldId xmlns:r="http://schemas.openxmlformats.org/officeDocument/2006/relationships" id="263" r:id="R288ff74b77054ed0"/>
    <p:sldId xmlns:r="http://schemas.openxmlformats.org/officeDocument/2006/relationships" id="264" r:id="Re3bc795a7da84026"/>
    <p:sldId xmlns:r="http://schemas.openxmlformats.org/officeDocument/2006/relationships" id="265" r:id="Rfe2d6e7fe8c84008"/>
    <p:sldId xmlns:r="http://schemas.openxmlformats.org/officeDocument/2006/relationships" id="266" r:id="R9be82a2c50994c39"/>
    <p:sldId xmlns:r="http://schemas.openxmlformats.org/officeDocument/2006/relationships" id="267" r:id="Ra27dae52d00448a5"/>
    <p:sldId xmlns:r="http://schemas.openxmlformats.org/officeDocument/2006/relationships" id="268" r:id="R9b6eec329a1449c7"/>
    <p:sldId xmlns:r="http://schemas.openxmlformats.org/officeDocument/2006/relationships" id="269" r:id="R49a03bddf9e143a6"/>
    <p:sldId xmlns:r="http://schemas.openxmlformats.org/officeDocument/2006/relationships" id="270" r:id="R0c45dd3e7d474d61"/>
    <p:sldId xmlns:r="http://schemas.openxmlformats.org/officeDocument/2006/relationships" id="271" r:id="Re06a82559b24414e"/>
  </p:sldIdLst>
  <p:sldSz cx="9144000" cy="5143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524b7a6a0340ab" /><Relationship Type="http://schemas.openxmlformats.org/officeDocument/2006/relationships/slideMaster" Target="/ppt/slideMasters/slideMaster1.xml" Id="Rdfc16ee792324d6b" /><Relationship Type="http://schemas.openxmlformats.org/officeDocument/2006/relationships/slideMaster" Target="/ppt/slideMasters/slideMaster2.xml" Id="R26f77e03b4304610" /><Relationship Type="http://schemas.openxmlformats.org/officeDocument/2006/relationships/slideMaster" Target="/ppt/slideMasters/slideMaster3.xml" Id="R6231f9fa16574c8a" /><Relationship Type="http://schemas.openxmlformats.org/officeDocument/2006/relationships/slideMaster" Target="/ppt/slideMasters/slideMaster4.xml" Id="Rb14e863ba3314589" /><Relationship Type="http://schemas.openxmlformats.org/officeDocument/2006/relationships/slideMaster" Target="/ppt/slideMasters/slideMaster5.xml" Id="R59925bbaa1fe446d" /><Relationship Type="http://schemas.openxmlformats.org/officeDocument/2006/relationships/notesMaster" Target="/ppt/notesMasters/notesMaster1.xml" Id="R951e4b0ed7794d70" /><Relationship Type="http://schemas.openxmlformats.org/officeDocument/2006/relationships/presProps" Target="/ppt/presProps.xml" Id="R4da41471017b4393" /><Relationship Type="http://schemas.openxmlformats.org/officeDocument/2006/relationships/viewProps" Target="/ppt/viewProps.xml" Id="R1c76bf4becb541b6" /><Relationship Type="http://schemas.openxmlformats.org/officeDocument/2006/relationships/tableStyles" Target="/ppt/tableStyles.xml" Id="Rad65f56a2ceb4afe" /><Relationship Type="http://schemas.openxmlformats.org/officeDocument/2006/relationships/slide" Target="/ppt/slides/slide1.xml" Id="Rd6b119dd848f4cbe" /><Relationship Type="http://schemas.openxmlformats.org/officeDocument/2006/relationships/slide" Target="/ppt/slides/slide2.xml" Id="R18f9cf02dab841a3" /><Relationship Type="http://schemas.openxmlformats.org/officeDocument/2006/relationships/slide" Target="/ppt/slides/slide3.xml" Id="R5356481b6a5f435b" /><Relationship Type="http://schemas.openxmlformats.org/officeDocument/2006/relationships/slide" Target="/ppt/slides/slide4.xml" Id="R0673a873a9b1431f" /><Relationship Type="http://schemas.openxmlformats.org/officeDocument/2006/relationships/slide" Target="/ppt/slides/slide5.xml" Id="R0a92a5f2133a4834" /><Relationship Type="http://schemas.openxmlformats.org/officeDocument/2006/relationships/slide" Target="/ppt/slides/slide6.xml" Id="Ra6cfa79e6e004aa1" /><Relationship Type="http://schemas.openxmlformats.org/officeDocument/2006/relationships/slide" Target="/ppt/slides/slide7.xml" Id="R71ad9a54dd254bb5" /><Relationship Type="http://schemas.openxmlformats.org/officeDocument/2006/relationships/slide" Target="/ppt/slides/slide8.xml" Id="R288ff74b77054ed0" /><Relationship Type="http://schemas.openxmlformats.org/officeDocument/2006/relationships/slide" Target="/ppt/slides/slide9.xml" Id="Re3bc795a7da84026" /><Relationship Type="http://schemas.openxmlformats.org/officeDocument/2006/relationships/slide" Target="/ppt/slides/slide10.xml" Id="Rfe2d6e7fe8c84008" /><Relationship Type="http://schemas.openxmlformats.org/officeDocument/2006/relationships/slide" Target="/ppt/slides/slide11.xml" Id="R9be82a2c50994c39" /><Relationship Type="http://schemas.openxmlformats.org/officeDocument/2006/relationships/slide" Target="/ppt/slides/slide12.xml" Id="Ra27dae52d00448a5" /><Relationship Type="http://schemas.openxmlformats.org/officeDocument/2006/relationships/slide" Target="/ppt/slides/slide13.xml" Id="R9b6eec329a1449c7" /><Relationship Type="http://schemas.openxmlformats.org/officeDocument/2006/relationships/slide" Target="/ppt/slides/slide14.xml" Id="R49a03bddf9e143a6" /><Relationship Type="http://schemas.openxmlformats.org/officeDocument/2006/relationships/slide" Target="/ppt/slides/slide15.xml" Id="R0c45dd3e7d474d61" /><Relationship Type="http://schemas.openxmlformats.org/officeDocument/2006/relationships/slide" Target="/ppt/slides/slide16.xml" Id="Re06a82559b24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7.xml" Id="R60aa243a0d1540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7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387a48e5745e3" /><Relationship Type="http://schemas.openxmlformats.org/officeDocument/2006/relationships/notesMaster" Target="/ppt/notesMasters/notesMaster1.xml" Id="Ra8a827ec171d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dec63770f4f79" /><Relationship Type="http://schemas.openxmlformats.org/officeDocument/2006/relationships/notesMaster" Target="/ppt/notesMasters/notesMaster1.xml" Id="R039216ed265c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20be9110684dc1" /><Relationship Type="http://schemas.openxmlformats.org/officeDocument/2006/relationships/notesMaster" Target="/ppt/notesMasters/notesMaster1.xml" Id="R0b6d73461dc448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dda43e0a83406c" /><Relationship Type="http://schemas.openxmlformats.org/officeDocument/2006/relationships/notesMaster" Target="/ppt/notesMasters/notesMaster1.xml" Id="R397406beb266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8e9d88c0a4830" /><Relationship Type="http://schemas.openxmlformats.org/officeDocument/2006/relationships/notesMaster" Target="/ppt/notesMasters/notesMaster1.xml" Id="Reedb625499374d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4378f18214b8b" /><Relationship Type="http://schemas.openxmlformats.org/officeDocument/2006/relationships/notesMaster" Target="/ppt/notesMasters/notesMaster1.xml" Id="R0d1c8563126744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df0fc0977349fe" /><Relationship Type="http://schemas.openxmlformats.org/officeDocument/2006/relationships/notesMaster" Target="/ppt/notesMasters/notesMaster1.xml" Id="R6471fdf157ce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407f3efc754a90" /><Relationship Type="http://schemas.openxmlformats.org/officeDocument/2006/relationships/notesMaster" Target="/ppt/notesMasters/notesMaster1.xml" Id="R00a511fb48b94e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425a688bc64339" /><Relationship Type="http://schemas.openxmlformats.org/officeDocument/2006/relationships/notesMaster" Target="/ppt/notesMasters/notesMaster1.xml" Id="R09e2b15fbdf144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a1cbad69ea4109" /><Relationship Type="http://schemas.openxmlformats.org/officeDocument/2006/relationships/notesMaster" Target="/ppt/notesMasters/notesMaster1.xml" Id="R9037140c976b4f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1dcd41e2ed4718" /><Relationship Type="http://schemas.openxmlformats.org/officeDocument/2006/relationships/notesMaster" Target="/ppt/notesMasters/notesMaster1.xml" Id="Rf6e78627e8d44e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5d3381905d4c7d" /><Relationship Type="http://schemas.openxmlformats.org/officeDocument/2006/relationships/notesMaster" Target="/ppt/notesMasters/notesMaster1.xml" Id="R10b039a68a2a44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bbcf9e230a4de0" /><Relationship Type="http://schemas.openxmlformats.org/officeDocument/2006/relationships/notesMaster" Target="/ppt/notesMasters/notesMaster1.xml" Id="R32369dde4b884d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49a1b153dd4e89" /><Relationship Type="http://schemas.openxmlformats.org/officeDocument/2006/relationships/notesMaster" Target="/ppt/notesMasters/notesMaster1.xml" Id="R1b8d833850c64f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ea07df2374fac" /><Relationship Type="http://schemas.openxmlformats.org/officeDocument/2006/relationships/notesMaster" Target="/ppt/notesMasters/notesMaster1.xml" Id="R2aff39ce82384f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cc6d3ee967449c" /><Relationship Type="http://schemas.openxmlformats.org/officeDocument/2006/relationships/notesMaster" Target="/ppt/notesMasters/notesMaster1.xml" Id="R9ea398698517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2026-10-27。資料來源（D:/project/ChessRPG/）：Docs/DeckEditor.md; Docs/CardAuthoring.md; Assets/Scripts/ChessCard.cs。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2026-10-27。資料來源（D:/project/ChessRPG/）：Tools/Verification/README.md; Assets/Scripts/Networking/MULTIPLAYER_README.md。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2026-10-27。資料來源（D:/project/ChessRPG/）：README.md; Docs/DeckEditor.md。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2026-10-27。資料來源（D:/project/ChessRPG/）：output/card-king-safety-regression.txt; README.md。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2026-10-27。資料來源（D:/project/ChessRPG/）：Assets/Scripts/FieldCardRules.cs; Tools/Verification/README.md。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2026-10-27。資料來源（D:/project/ChessRPG/）：Docs/CardKeywords.md; README.md。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2026-10-27。資料來源（D:/project/ChessRPG/）：Assets/Scripts/CardDamageRules.cs; Docs/CardAuthoring.md。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2026-10-27。資料來源（D:/project/ChessRPG/）：Docs/CardAuthoring.md; Docs/DamagePresentation.md; Docs/CardIdleEffects.md; output/card-idle-assets.txt; output/card-idle-live.txt。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2026-10-27。資料來源（D:/project/ChessRPG/）：Tools/Verification/README.md; Docs/CardIdleEffects.md。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2026-10-27。資料來源（D:/project/ChessRPG/）：output/card-king-safety-regression.txt; Tools/Verification/README.md; Docs/DamagePresentation.md。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專案進度截至 2026-10-27。資料來源（D:/project/ChessRPG/）：Docs/DeckEditor.md; Docs/CardAuthoring.md; Docs/CardIdleEffects.md; Docs/CardKeywords.md。</a:t>
            </a:r>
          </a:p>
          <a:p xmlns:a="http://schemas.openxmlformats.org/drawingml/2006/main"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1f920df7547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d6dadf77694b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a0221eeb874e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7894a7fc1947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642467f9864f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20a9f689a946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e511ec9a124c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cfe4705fb542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15dfd564dc47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f59965772643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b0e665745041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e2bc60b32424db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61a336c371b432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c7010b01e374cf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20ab53850dc4c8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f58fb19b90b4e1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bc0988b826b46d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05fe0c519d8421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b6870a279d9450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f3a49b9e5a74bb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c92ecce63f5488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9f91b62dd7b449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f0ec50c02d347c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80395bd022845e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3c869c97e714b3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b0eb9d2dd814fa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ef137234c36449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5fbdf319bf0493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109150da58e414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081b468a04b44f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fdabf6fc8024d3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2f1cb5e24ce44c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3e1decc90534fe5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4c64dda8d3c4ebd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af7d72fe8b2d401d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4607ba488384774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e4a93e24dff4460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cffc965191b4c3b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7b23893ec1f4989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8173bb58dac46c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df645ba7f704106" /></Relationships>
</file>

<file path=ppt/slideLayouts/slideLayout1.xml><?xml version="1.0" encoding="utf-8"?>
<p:sldLayout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757DCAE-D094-4A27-834F-9CFEBD221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D7C187-C961-40F6-A7ED-663EE8FF32F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311760" y="1266480"/>
            <a:ext cx="4157280" cy="157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FB79CC5-E768-4A48-B145-0CC83CF5D6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677120" y="1266480"/>
            <a:ext cx="4157280" cy="157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C0F11DE-09E9-4861-A705-E0A0F173A71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311760" y="2991240"/>
            <a:ext cx="8519040" cy="157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BBFE082-9D77-4AB7-AEF4-9C9256F4EDF2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1B65CA-46FF-4C13-A5DF-43DFDF84573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, 2 Content and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6E95738D-F606-4953-8D3D-F78C55472F68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8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AFA3F51-F4E1-450B-9864-5094D22F583D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20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E712AB98-4EDC-4DBE-82FD-DDC99677CD96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21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0E7F64DB-2C4C-4FF6-8CC5-F9049155BAC8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23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3979E1B1-C934-4C36-A3D3-790C147D37B3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24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587C158C-C20D-4211-8224-A38D6E4FC1DA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2AB4549-4BB0-4939-8E19-9A8DFB2EE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69ADF1C-9738-46E7-994B-1733002BCAF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EDA66D8-E9B3-426A-A9AB-8BBC1404781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B7A9FF9-1CCC-4A5B-8D0A-7F044F0140B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C45BB59-A54C-42C5-9352-7883176A974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D9AF86-6C8C-495A-918F-7F2B375520F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 Content and 2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69F20436-F4CE-4E8B-9C43-78461FA8B441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3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33FD383-2680-4062-9F5A-066EB952E427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3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B193ECB1-1519-40B4-B9E4-3C084E0F60F0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3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42AF7ACC-2CE5-41BF-8127-DF1ED85A2B75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3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729DF3EE-88F5-431B-AFDC-7195960E952D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3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1BFC7D2A-CD6D-4DC3-872D-364349CE5F9C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E29A278-D712-4049-BFD5-0EF15B5FE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4E49301-580F-48E6-BA00-2AFD7F37B72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49912F4-402B-4821-A095-0C329A8897D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50EFE53-2FEC-4FE9-9568-4F7A38BA003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40EAE1D-2BED-4174-BD3E-3DCE759DF92D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38F074-CA4A-4CE7-B367-4C04F70D2BC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Title, Content over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DA86923-415A-40A8-8FEC-8812773A04CC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44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B62D6225-2277-438E-9D27-015FF59C1929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46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FF6D9F4-884D-48C1-8F86-F3C609F346D0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47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CEC18EB-71E3-49F1-84B8-161F9858C337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49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6E246B8-D17B-401F-9A9B-B75DC97D62D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50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7125358E-96B5-4B24-A17A-AACB4A4DA748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5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EB0A586-BC23-4934-A466-A56C067029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5E23578-FB53-4FBD-8E6F-150A4947847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6562D2A-201D-4233-B759-82E778A1509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01EF48D-D9CC-4593-A5C0-082CD8600C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17F760-06FE-48E2-A13F-BA60EF341DA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Title, 4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5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D87BCBE7-DB00-4F86-88D2-2D633FAF15F4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56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5FE23413-44B7-4233-BE48-4EFD45CD21B8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58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03FD4BEE-9B26-4150-8F2F-FE3FB29B549F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59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E76FD116-B649-465F-BF1B-A1CAFE0822BC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61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02309F14-C49B-4360-83DB-A10ED85C8C3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62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11476476-BADB-4EAD-A9C8-3277AB8C3EF4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FDCFBD7-BE58-4446-B6F2-398DA63D8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E0152D7-491C-4D85-A9DE-8C21D801FF1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35E1EF-2DA2-4B94-9F76-C6146E1B8C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6E08EA5-1043-4937-92A7-20407EE128A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52D7257-C667-4BC4-9CE5-C6CA5F94EB9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DE805688-3546-473F-A556-748CFE9304B5}"/>
              </a:ext>
            </a:extLst>
          </p:cNvPr>
          <p:cNvSpPr>
            <a:spLocks xmlns:a="http://schemas.openxmlformats.org/drawingml/2006/main" noGrp="1"/>
          </p:cNvSpPr>
          <p:nvPr>
            <p:ph type="sldNum" idx="5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F2F7-C579-4221-806A-89B86595FBA9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Title, 6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9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77A45796-D791-41AF-B020-707FC7C2B80C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70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68D5A8B-6EA8-4C93-AA30-893DCEDAA337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72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345C9AD4-5382-4C36-B72C-2CC9F98AC0A4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73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92E3AAF6-BA19-4FFF-A88B-6E1A2A464587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75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EA9D9931-05E0-437A-BAC4-2A9763F40658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76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F7FB6F03-B586-4341-B6F0-46BF0F2D2FC4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7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D95AA5C-F34C-4EAD-AABC-A18E6836E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C80B344-A0B9-4C3E-83CE-5E6F6B514D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90EEC2D-C49C-48C6-B0AB-BE107A30D97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9248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97C44E5-8E23-4641-80F8-D389FC72528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7320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A436B99-6FA5-4DAD-B8DD-040E49921B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CC0D48B-3FAF-4094-B702-E50C5894251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9248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9A61B528-647B-4C8E-AF84-E746A7A16E1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7320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23FB7CB3-489F-496A-B190-012AFDE76850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09196C-96FF-4BE3-B387-64BD933F6FF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 Slid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5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792A1C5E-9FA5-4DD3-8BF8-2B675FB46BDE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86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DB57EA1-B2BA-4DFF-A33C-41F356D64D00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88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1809F6A-9408-40B9-9B56-575974049151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89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B87F1399-B17D-40E4-8874-D22E2158836B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91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7C16DC6B-0880-406B-8179-E76696F5BB16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92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F287C882-59B6-4028-94AA-0541F028E5C6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9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23C1E3B-ED4F-4C96-8997-CA8B1C6FDD4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C74D9F-F030-4170-8333-027C82EE9D1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" preserve="1">
  <p:cSld name="Title,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4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A517A36-E7EB-4E9B-84DF-710E4E4C1B78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95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41EE191-A4D9-46CB-BE89-D756A74AFEB1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97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791961B5-BDEE-479E-8A29-41A23FAD8371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98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B2DB8F9-587A-489A-8591-CB2B83516D47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100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84E14F47-68F6-4742-BD68-FAFB9C1D4376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01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58F1A197-B9AC-4AFB-98E2-2F6A3B82BFC0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10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DD3B492-DF73-4037-A3DA-20032A87B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B19AD55-05D1-40E4-B660-A19BAB9FE08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D555597-0A9B-4CE8-B069-D822B7E1140F}"/>
              </a:ext>
            </a:extLst>
          </p:cNvPr>
          <p:cNvSpPr>
            <a:spLocks xmlns:a="http://schemas.openxmlformats.org/drawingml/2006/main" noGrp="1"/>
          </p:cNvSpPr>
          <p:nvPr>
            <p:ph type="sldNum" idx="8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C99CAE-86EF-4E0F-AA77-9E2CB1A8F1B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Obj" preserve="1">
  <p:cSld name="Title, 2 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5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328360A-839F-4EA0-85B2-B2943F82BDE4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06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32D75469-6368-4C55-9774-6F901AB3B932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08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5A3C1053-EA3B-4A6B-8EC7-402D8E5A324C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09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EAF18E44-39CD-4B06-9E46-D0E52DCA88FC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111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05D88FCE-20E2-440B-8E93-4A569FA6D5B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12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B331AF21-B1FA-495F-8075-03FA00AC76EC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11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AE17C37-C380-4D1B-97ED-6BA3EF474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B1D40A1-6DAD-4B1A-9DD2-4BB68DA9315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6A6748E-FB64-4E7D-89CE-AB8668BFDC6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4A2CF95-BFCE-40BF-819B-E6C257D52E8E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98BAFF-F5ED-4DF9-80B0-8EF0ABC634B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7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A9C7749-99BD-4A7D-8A6C-8EA4283C71BC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18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2EE6F2D-A1E0-4A0B-B9D4-5B8E36623F1F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20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51766638-FC9F-43D6-B96E-AC67B4138CA7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21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AE275BF6-414D-420B-8850-BA7257EC0B7D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123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81D82721-1164-453E-A39E-0A43A133563C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24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BFC9985D-CCA8-4BE1-BAB8-7F550340A5A3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A5F13B-F052-4FE8-AE11-82C9AB314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412D1B7-478F-4FBB-B573-79F6CD7F0B7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A914BB-CDF2-4724-91BF-A349105D313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Centered Tex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7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FFF27AD-AB5D-42C6-890F-1207E9351E5D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28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BC405A1C-9DA9-4AF1-9A4E-ED718212DF62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30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E32FBDF9-56D3-4511-AE08-47B099B01EF6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31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F8CB6479-31A1-43FD-9CEE-C77B627398E6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133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6D0D2E53-AF71-4D1E-BCDA-04C8B4F0D28C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34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29E8F1CB-4859-4426-BF0A-FCAE10B23FB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13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47E5A57-6E36-418A-99BA-16B83AE042F8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601E4E-1414-40B5-BD98-B19E5032176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3B73E8E-AFE1-4879-AF83-257D0C003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0064AE1-2BD7-47AE-BA33-C06F97EDCBC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4551D29-ED6B-46A2-AE35-61DF0EE62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F49BA5-AFCF-4F99-9D71-EF48D8D2E47A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預設 6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A9388EB9-D587-469C-ACFB-9A765A99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7CBCDF4-5340-4657-B57E-33F481613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8A06F44-A37E-4DA6-8152-F341DEC2FA8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16A68AB-13E8-405E-B6E0-A5C1FC0D520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2E5D3E-C08B-4B5B-A892-46F1C9807759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Obj" preserve="1">
  <p:cSld name="預設 7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05840F90-A4C8-4DC3-A23E-4B61E12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AF07216-73E7-4178-90A6-9AD400394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D6AF91D-41DD-4344-AFA7-48B0CAB87F2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0E85612-3FD4-4A8B-BC44-92732EE576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E874A11-BCDA-4712-8088-9408B05A1164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1B6184-676B-4350-88FE-6AE6A24C904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預設 8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E74FB0CD-78D5-4A72-82FA-593FB604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6AF372-A485-4FE2-8ADB-8391BF72F6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884F4F7-33CC-45F0-9D44-CBC69DC51844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08A6E5-99AE-4675-A9FD-DE3FD380BAEB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預設 9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BB7F94C0-E6B8-4513-AC75-9EE5099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C6A7375-5861-4E0B-9036-2F5D56E89A6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9CB893-F5A8-4678-9A02-30ECCC42E2E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預設 10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E2396438-7AFA-4EC2-8749-C4076368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70E8849-CB35-4EC8-AD40-57F6E3592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04DB0B7-0E9F-49D7-B22F-B5B791D7879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E3D0BAD-51D8-4B88-ACA4-D0DC666FFA7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96F1259-B667-4541-A87C-DB739FF1D58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FCC5424-AF35-431E-819B-7E5C64199607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C91D59-432E-4C65-8A3E-DFF98373A6FF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預設 1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23E7B260-3495-43A3-BE59-E13492A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623006-F2B0-4D47-B013-53FCF3621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56A248E-95B7-45CF-82BD-670B292C03F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7344B30-926A-4F7C-B804-51DA0CFCA75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6D55C94-F84F-4583-9A81-1E4E4A5CCC1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250A202-9275-4B9D-997A-BC4729FD63AF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A1FB27-D29C-4ACC-A2EE-8D804A4A792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>
  <p:cSld name="預設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CD94E9E-2C94-454F-B859-CD0506C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0740F1D-7E85-4B1D-95EC-3418AF0A6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FC71A80-4245-4846-8E55-E625BD820CD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28165D2-EF2E-4A61-829E-DC8630495BA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E2DD6E6-0A0E-4E80-9846-CF0FF792A22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A9C1FAB-BBAF-4C93-8259-A9CA0E81AEF5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763EA1-F0A8-4263-9597-1679CF0E76B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>
  <p:cSld name="預設 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0BEAFCAF-2BF8-48AF-8F50-E9D0D21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C5795AD-5F10-4EB6-97DE-756AC78EF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7199E7C-5CD2-4D2B-830F-77D24E1AA42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4649B22-F2A4-4370-BBFE-C67B83DCD1D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06DF36D-64E5-4057-BA85-7F7745A38B4E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B495FB-7993-4538-BA2B-F8F8AC84D08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預設 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C27ED88-B8AB-4729-A399-6C116846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12736D-3CEC-4ED1-B484-F3AD50D425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6465149-AD0A-48F9-BCA6-F7474C3E10E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43D8ABE-DD44-4B5D-A06B-8820FE2A5B5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F624371-631B-421F-B5FC-B7FA3FC65B0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D7F4CD2-E2BD-4EB3-A1DE-213E64A0F4C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4AEA88C-FC45-4C43-AE06-F3CF5DEC6ADB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A2A8CB3-9BC0-4390-9A35-4F8AB27278C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blank" preserve="1">
  <p:cSld name="預設 3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54A6ABD-084B-4FF5-AD50-9BCD9A1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83EBD7A-013A-40FC-82F1-D56479930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FC700B8-E67E-4E04-8919-A4D7695AE8D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B62AB2E-4979-463E-BB52-917317900B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9248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78B2B91-E94F-46FA-A769-647B82D128E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7320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F50FFD3-E96C-4532-AD7F-012AA2840AA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073B8F5-8EC6-4A9C-AE1E-C8573DE7D0F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9248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0279A6DC-7E73-43DB-9436-26FEB4E191E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7320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0B1E54F7-DBF7-46C4-9584-0F82EF3BB80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6FBBB7-D50C-41CB-8ABA-836CE36FC926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type="blank" preserve="1">
  <p:cSld name="預設 4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32EC93C-1F18-4108-ADB6-CB9F6FB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AA7ABD-B0B3-45E4-BEE6-DB550E44A03D}"/>
              </a:ext>
            </a:extLst>
          </p:cNvPr>
          <p:cNvSpPr>
            <a:spLocks xmlns:a="http://schemas.openxmlformats.org/drawingml/2006/main" noGrp="1"/>
          </p:cNvSpPr>
          <p:nvPr>
            <p:ph type="sldNum" idx="23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587F4C-35F1-478F-9827-7113AFD8E42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>
  <p:cSld name="預設 5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8FCF65B3-A942-4DD0-B86E-67F2932D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346F406-DBCA-488C-8DC4-9BF6C7E15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79AE5B0-08EF-44FE-B1D0-3B0A4EB02D09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7F4ACC-B129-4E79-B4C7-AE2B16537B4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預設 1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671DEF46-E356-4516-A25A-3722BE24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41B4B2E-DAEF-409C-8C73-15B69CC1F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56C4193-1A6E-4796-90B6-BA42DB62537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415E87F-6D1F-4035-A97C-0A31B94DB2AA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109590-B42A-4793-942B-85C99040866B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>
  <p:cSld name="預設 1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156229B-F641-4B22-B903-5392A02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247201E-7C24-4093-9FD8-D1A3515D9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09BC508-57BE-4BDA-BE14-B4945AB4D6A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10A9444-AE08-4A10-9B89-16C8F5D96AD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773203-5D0A-4724-992E-A22BC03448BD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>
  <p:cSld name="預設 1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1CBB9A9-DB70-4EAF-A044-6558A511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0E60FB-A8FA-4FBD-B571-0C0F34CF9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0833E7A-A9A6-491F-8483-D60494620CD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D401B1F-51FD-4F18-ACB3-44E7D5791A6A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B8B418-719E-4B8C-9B2B-5D1FFC368EA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>
  <p:cSld name="預設 13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72C3810-7181-43F1-82D6-6EFECD65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839E448-73A8-419C-B8F5-F470EA8A4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B66B9D-8BFE-4D1D-B394-204B05BBBB4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A825F23-0E0E-4F03-896C-89CE3F1BDE62}"/>
              </a:ext>
            </a:extLst>
          </p:cNvPr>
          <p:cNvSpPr>
            <a:spLocks xmlns:a="http://schemas.openxmlformats.org/drawingml/2006/main" noGrp="1"/>
          </p:cNvSpPr>
          <p:nvPr>
            <p:ph type="sldNum" idx="28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EE110F-2FD3-4FDB-BEFB-3B44E178B109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預設 20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637FE4D9-24B9-4000-8B98-5E50AE96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62F6920-6721-4295-9120-86E150557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AB62D17-3A6F-44C3-B657-4236FD7C7573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22B923-AA4C-4BFD-A657-56DB650911C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預設 2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B391EF7-DEB9-4338-A921-42ACF44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0286A4F-EA83-4A2C-BE6B-0FEF369B897A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5F37FC-EF40-411D-9479-1B6C865A5E2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>
  <p:cSld name="預設 2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628BEF10-B434-4521-BF58-01C868DD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DE1AB8C-218E-4BF6-8BAE-0CA365DBD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1C264C1-A63B-430C-85EC-8CF61C96B1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2BA8874-E7D0-492D-A72E-27101762BB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B8EA33C-8951-4F21-98D2-995965E7A1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E0A2D48-5455-4E8C-8DB8-AE0A42833A48}"/>
              </a:ext>
            </a:extLst>
          </p:cNvPr>
          <p:cNvSpPr>
            <a:spLocks xmlns:a="http://schemas.openxmlformats.org/drawingml/2006/main" noGrp="1"/>
          </p:cNvSpPr>
          <p:nvPr>
            <p:ph type="sldNum" idx="31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CAC291-A58C-4DB5-BF34-E7E6B69FE89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>
  <p:cSld name="預設 23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E9E965A-CA14-4AE3-9C96-685AFF3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B2D58D5-3A80-41B9-9344-FBD6F3055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50E0D01-15C4-49F8-BA31-BB0A5845510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FD259C6-3614-441D-BA07-068426FD7FD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1EDA2DF-5AB0-447C-A7D7-3411EF7A7DA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4C3C4B5-F3D6-46A2-A18C-5B3B7B7C7D11}"/>
              </a:ext>
            </a:extLst>
          </p:cNvPr>
          <p:cNvSpPr>
            <a:spLocks xmlns:a="http://schemas.openxmlformats.org/drawingml/2006/main" noGrp="1"/>
          </p:cNvSpPr>
          <p:nvPr>
            <p:ph type="sldNum" idx="32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917176-C404-449E-9875-33C0491FFB4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3.xml><?xml version="1.0" encoding="utf-8"?>
<p:sldLayout xmlns:p="http://schemas.openxmlformats.org/presentationml/2006/main" type="obj" preserve="1">
  <p:cSld name="預設 18_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FD9EEE7-0BD8-4416-BA17-E13F44E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570CFB5-771B-4665-A9E9-6903E972A0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3F40785-7202-45D3-AB10-7A33EBDEA2B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C283FFD-3463-48B3-9D41-FA83AD63D945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169925-EF37-4470-92C9-5247C001C65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>
  <p:cSld name="預設 14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D00060B-833D-46A2-87A1-EFF76B92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7EF4424-F8ED-4C7D-B14B-4573B0C3C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8F8996-6C3F-416C-B0A0-FA2ECB7B0E1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9959003-6B87-48EE-9487-F3652BDB1B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6DBCBC3-1C1C-4713-9694-D54BF8BD230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8CB86C0-DFA8-4F0E-8CEB-FA01629274BE}"/>
              </a:ext>
            </a:extLst>
          </p:cNvPr>
          <p:cNvSpPr>
            <a:spLocks xmlns:a="http://schemas.openxmlformats.org/drawingml/2006/main" noGrp="1"/>
          </p:cNvSpPr>
          <p:nvPr>
            <p:ph type="sldNum" idx="34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5C08C6-88DC-4888-9F9C-2F83068D954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預設 15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84100635-B122-47C4-9CD8-7BB7350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42F08E3-9028-40C6-8250-8EDA4114FF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027EA14-B944-4319-AB28-D084988A874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49CB426-F7DE-4025-8377-2876D3E7463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FFECAD9-3E2F-46C3-BE45-D7B490852DDA}"/>
              </a:ext>
            </a:extLst>
          </p:cNvPr>
          <p:cNvSpPr>
            <a:spLocks xmlns:a="http://schemas.openxmlformats.org/drawingml/2006/main" noGrp="1"/>
          </p:cNvSpPr>
          <p:nvPr>
            <p:ph type="sldNum" idx="35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19DFD6-ED6C-4047-905C-075A22C1F02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>
  <p:cSld name="預設 16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2763DBBB-B848-4DF2-A986-E47B770A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9865D0-5AE6-454D-9827-1FF4404D8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B4F75BC-B494-426C-BACA-71B76993CC4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CBF8EBA-AC36-47A4-8C15-13F30CB044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C3713D3-199D-4925-A6D7-D78F8FC1400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6A40628-0DD4-4E98-83C2-4994051CFB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2991600"/>
            <a:ext cx="415656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F326844-ED4B-45F9-A3A8-BF9231E82469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EDF114-8DC0-4AAA-AA28-38FA6CEFD00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7.xml><?xml version="1.0" encoding="utf-8"?>
<p:sldLayout xmlns:p="http://schemas.openxmlformats.org/presentationml/2006/main" type="blank" preserve="1">
  <p:cSld name="預設 17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0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B9DAEDBE-E603-4BDF-A9E3-48C05666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65B9F2A-2B34-4844-AEAF-1EB41FE74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F591EB3-3361-46C9-AB1F-79388C73970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93B4B53-525D-4360-8608-700F085531F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9248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2E5885B-8D19-4F00-87F6-D7238D6B12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73200" y="126648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3473A57-7884-49A0-A909-AA295B9F3AE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A549C90-7EF2-4DDF-9D8C-9DDC6AD9B6B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9248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346A7E22-EE85-449B-AE7B-36E6F487D8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73200" y="2991600"/>
            <a:ext cx="274248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2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A1DB79E7-0FF7-4371-A473-F35EFCEE3830}"/>
              </a:ext>
            </a:extLst>
          </p:cNvPr>
          <p:cNvSpPr>
            <a:spLocks xmlns:a="http://schemas.openxmlformats.org/drawingml/2006/main" noGrp="1"/>
          </p:cNvSpPr>
          <p:nvPr>
            <p:ph type="sldNum" idx="37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5494FE-3B6B-4829-96B8-6F889BF71B9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8.xml><?xml version="1.0" encoding="utf-8"?>
<p:sldLayout xmlns:p="http://schemas.openxmlformats.org/presentationml/2006/main" type="blank" preserve="1">
  <p:cSld name="預設 18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2DB14D0A-F825-45FF-ADF9-B48DEF99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2EA2E4A-EA09-4BE1-B73F-B6E3CCDB1C81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73C768-B601-4AB4-8211-7DA2B68F51DF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>
  <p:cSld name="預設 19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1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9FEF398-C91F-41EA-A159-CAA46584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B1D5B90-B375-47EE-932D-943F83C28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CFF0600-CFD3-40B8-B207-35674EA4705C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34C728-869C-4B74-A8D4-3C45E6D37F1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0.xml><?xml version="1.0" encoding="utf-8"?>
<p:sldLayout xmlns:p="http://schemas.openxmlformats.org/presentationml/2006/main" type="obj" preserve="1">
  <p:cSld name="預設 24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4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88004B51-E072-4303-B385-486C06C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A1D34C9-2189-470E-9FC8-4FC64BD84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E97DD9E-E614-4FE6-BCC5-674DE4F1D02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11D3C64-9050-4A17-A574-67CDDFF74252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B381A7-9241-4FBC-92C3-052A403A175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1.xml><?xml version="1.0" encoding="utf-8"?>
<p:sldLayout xmlns:p="http://schemas.openxmlformats.org/presentationml/2006/main" type="twoObj" preserve="1">
  <p:cSld name="預設 25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034948D8-50C9-400A-ABA5-DB44737A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5760"/>
            <a:ext cx="9142560" cy="9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8240" rIns="90000" bIns="4824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FB0CD40-F9F1-4C25-AD9A-1DC82AA22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26240"/>
            <a:ext cx="8519040" cy="7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D2AA28-1E91-4C7D-A31A-DAFFC73134B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681E1F2-D54E-462D-9073-D293A14481F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56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BFBFEA2-1E8E-4807-88C6-F1C47A2DF344}"/>
              </a:ext>
            </a:extLst>
          </p:cNvPr>
          <p:cNvSpPr>
            <a:spLocks xmlns:a="http://schemas.openxmlformats.org/drawingml/2006/main" noGrp="1"/>
          </p:cNvSpPr>
          <p:nvPr>
            <p:ph type="sldNum" idx="41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752E15-88FF-4898-B3FF-1CE86FDE77B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691bf4f1445c6" /><Relationship Type="http://schemas.openxmlformats.org/officeDocument/2006/relationships/slideLayout" Target="/ppt/slideLayouts/slideLayout1.xml" Id="R0872d29621f646f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9f4bfd63ab54865" /><Relationship Type="http://schemas.openxmlformats.org/officeDocument/2006/relationships/slideLayout" Target="/ppt/slideLayouts/slideLayout2.xml" Id="R01034c3c9589448c" /><Relationship Type="http://schemas.openxmlformats.org/officeDocument/2006/relationships/slideLayout" Target="/ppt/slideLayouts/slideLayout3.xml" Id="Ra05f6b36655d4aee" /><Relationship Type="http://schemas.openxmlformats.org/officeDocument/2006/relationships/slideLayout" Target="/ppt/slideLayouts/slideLayout4.xml" Id="Red40f15ad31d45fc" /><Relationship Type="http://schemas.openxmlformats.org/officeDocument/2006/relationships/slideLayout" Target="/ppt/slideLayouts/slideLayout5.xml" Id="Ra60d36273acb4d49" /><Relationship Type="http://schemas.openxmlformats.org/officeDocument/2006/relationships/slideLayout" Target="/ppt/slideLayouts/slideLayout6.xml" Id="R7770b2e1c21b418d" /><Relationship Type="http://schemas.openxmlformats.org/officeDocument/2006/relationships/slideLayout" Target="/ppt/slideLayouts/slideLayout7.xml" Id="R0d73995ecdbe4b71" /><Relationship Type="http://schemas.openxmlformats.org/officeDocument/2006/relationships/slideLayout" Target="/ppt/slideLayouts/slideLayout8.xml" Id="Rc4360156c12d4875" /><Relationship Type="http://schemas.openxmlformats.org/officeDocument/2006/relationships/slideLayout" Target="/ppt/slideLayouts/slideLayout9.xml" Id="Re474cb2c4d2c4ff4" /><Relationship Type="http://schemas.openxmlformats.org/officeDocument/2006/relationships/slideLayout" Target="/ppt/slideLayouts/slideLayout10.xml" Id="R42761f1d2a75402b" /><Relationship Type="http://schemas.openxmlformats.org/officeDocument/2006/relationships/slideLayout" Target="/ppt/slideLayouts/slideLayout11.xml" Id="R498f63ecbdd0453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b7a9c9d922b4d12" /><Relationship Type="http://schemas.openxmlformats.org/officeDocument/2006/relationships/slideLayout" Target="/ppt/slideLayouts/slideLayout12.xml" Id="R5987f4d2434949e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a6b6b376e6084682" /><Relationship Type="http://schemas.openxmlformats.org/officeDocument/2006/relationships/slideLayout" Target="/ppt/slideLayouts/slideLayout13.xml" Id="R26b549dacfcb4053" /><Relationship Type="http://schemas.openxmlformats.org/officeDocument/2006/relationships/slideLayout" Target="/ppt/slideLayouts/slideLayout14.xml" Id="R860398460f634b25" /><Relationship Type="http://schemas.openxmlformats.org/officeDocument/2006/relationships/slideLayout" Target="/ppt/slideLayouts/slideLayout15.xml" Id="Rc05f72d97c734ebd" /><Relationship Type="http://schemas.openxmlformats.org/officeDocument/2006/relationships/slideLayout" Target="/ppt/slideLayouts/slideLayout16.xml" Id="Re55fa706e56848b9" /><Relationship Type="http://schemas.openxmlformats.org/officeDocument/2006/relationships/slideLayout" Target="/ppt/slideLayouts/slideLayout17.xml" Id="R2512b51f235948a1" /><Relationship Type="http://schemas.openxmlformats.org/officeDocument/2006/relationships/slideLayout" Target="/ppt/slideLayouts/slideLayout18.xml" Id="Rbce5179f0d8b45b6" /><Relationship Type="http://schemas.openxmlformats.org/officeDocument/2006/relationships/slideLayout" Target="/ppt/slideLayouts/slideLayout19.xml" Id="R82438699dcfb46a3" /><Relationship Type="http://schemas.openxmlformats.org/officeDocument/2006/relationships/slideLayout" Target="/ppt/slideLayouts/slideLayout20.xml" Id="R04946e7bebe7410f" /><Relationship Type="http://schemas.openxmlformats.org/officeDocument/2006/relationships/slideLayout" Target="/ppt/slideLayouts/slideLayout21.xml" Id="Rc1ea7f8ac9de4515" /><Relationship Type="http://schemas.openxmlformats.org/officeDocument/2006/relationships/slideLayout" Target="/ppt/slideLayouts/slideLayout22.xml" Id="Rac691fce2858432b" /><Relationship Type="http://schemas.openxmlformats.org/officeDocument/2006/relationships/slideLayout" Target="/ppt/slideLayouts/slideLayout23.xml" Id="Ra7a4f1a442bb49f5" /><Relationship Type="http://schemas.openxmlformats.org/officeDocument/2006/relationships/slideLayout" Target="/ppt/slideLayouts/slideLayout24.xml" Id="Rfa7e40d1d5b44e35" /><Relationship Type="http://schemas.openxmlformats.org/officeDocument/2006/relationships/slideLayout" Target="/ppt/slideLayouts/slideLayout25.xml" Id="R9450b24875ed4faf" /><Relationship Type="http://schemas.openxmlformats.org/officeDocument/2006/relationships/slideLayout" Target="/ppt/slideLayouts/slideLayout26.xml" Id="Rb4df3f4a1b094159" /><Relationship Type="http://schemas.openxmlformats.org/officeDocument/2006/relationships/slideLayout" Target="/ppt/slideLayouts/slideLayout27.xml" Id="Rf8174849dda4405b" /><Relationship Type="http://schemas.openxmlformats.org/officeDocument/2006/relationships/slideLayout" Target="/ppt/slideLayouts/slideLayout28.xml" Id="Rd710098aae59431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8f2fbb5c00414905" /><Relationship Type="http://schemas.openxmlformats.org/officeDocument/2006/relationships/slideLayout" Target="/ppt/slideLayouts/slideLayout29.xml" Id="R65148fa0972a45b4" /><Relationship Type="http://schemas.openxmlformats.org/officeDocument/2006/relationships/slideLayout" Target="/ppt/slideLayouts/slideLayout30.xml" Id="R414863fa9a8644db" /><Relationship Type="http://schemas.openxmlformats.org/officeDocument/2006/relationships/slideLayout" Target="/ppt/slideLayouts/slideLayout31.xml" Id="Rabf4fff8ccad47e4" /><Relationship Type="http://schemas.openxmlformats.org/officeDocument/2006/relationships/slideLayout" Target="/ppt/slideLayouts/slideLayout32.xml" Id="R7622dd77702646fb" /><Relationship Type="http://schemas.openxmlformats.org/officeDocument/2006/relationships/slideLayout" Target="/ppt/slideLayouts/slideLayout33.xml" Id="Rddee4a0c88c34189" /><Relationship Type="http://schemas.openxmlformats.org/officeDocument/2006/relationships/slideLayout" Target="/ppt/slideLayouts/slideLayout34.xml" Id="R7c983160d2fd42a0" /><Relationship Type="http://schemas.openxmlformats.org/officeDocument/2006/relationships/slideLayout" Target="/ppt/slideLayouts/slideLayout35.xml" Id="Rdde72f76999a42f3" /><Relationship Type="http://schemas.openxmlformats.org/officeDocument/2006/relationships/slideLayout" Target="/ppt/slideLayouts/slideLayout36.xml" Id="R4e80397cb8de4824" /><Relationship Type="http://schemas.openxmlformats.org/officeDocument/2006/relationships/slideLayout" Target="/ppt/slideLayouts/slideLayout37.xml" Id="R7b314334a466438c" /><Relationship Type="http://schemas.openxmlformats.org/officeDocument/2006/relationships/slideLayout" Target="/ppt/slideLayouts/slideLayout38.xml" Id="R655789e4ae7448f8" /><Relationship Type="http://schemas.openxmlformats.org/officeDocument/2006/relationships/slideLayout" Target="/ppt/slideLayouts/slideLayout39.xml" Id="Re9d4909aaf074020" /><Relationship Type="http://schemas.openxmlformats.org/officeDocument/2006/relationships/slideLayout" Target="/ppt/slideLayouts/slideLayout40.xml" Id="R5ba0ec9d6e3d409f" /><Relationship Type="http://schemas.openxmlformats.org/officeDocument/2006/relationships/slideLayout" Target="/ppt/slideLayouts/slideLayout41.xml" Id="Rb6317fb3ea2e46e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883E3AE-9D11-4BB9-BF3B-4A685D039B69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4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5782ECF2-B4D7-4FA6-B115-E23451C84F68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59F2E3F1-583F-426B-959D-3A1BC93FE61B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A9C12B4-8516-4C57-9EBE-6922EF6736FF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B712E328-04AB-4C16-81C5-A1F09FDCF20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A5B00E52-BD4C-43D8-B75D-3E83F971FE75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88334A7-290E-4079-8B48-CC68481FF2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62600"/>
            <a:ext cx="8519040" cy="67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79E771F-968A-4324-8484-824EE2ECFB3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415692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5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217A607-0DD2-4E6F-A6E4-D075E9B0943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77120" y="1266480"/>
            <a:ext cx="415692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5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DDD010B-BB8A-407E-9BC6-62683F300B0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2991240"/>
            <a:ext cx="8519040" cy="157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55000" lnSpcReduction="19999"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385ADF8-F197-4C9A-9256-CCA8935807B7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C9655E-399C-45DB-AC82-E11121445B2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2d29621f646f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1034c3c9589448c"/>
    <p:sldLayoutId xmlns:r="http://schemas.openxmlformats.org/officeDocument/2006/relationships" id="2147483652" r:id="Ra05f6b36655d4aee"/>
    <p:sldLayoutId xmlns:r="http://schemas.openxmlformats.org/officeDocument/2006/relationships" id="2147483653" r:id="Red40f15ad31d45fc"/>
    <p:sldLayoutId xmlns:r="http://schemas.openxmlformats.org/officeDocument/2006/relationships" id="2147483654" r:id="Ra60d36273acb4d49"/>
    <p:sldLayoutId xmlns:r="http://schemas.openxmlformats.org/officeDocument/2006/relationships" id="2147483655" r:id="R7770b2e1c21b418d"/>
    <p:sldLayoutId xmlns:r="http://schemas.openxmlformats.org/officeDocument/2006/relationships" id="2147483656" r:id="R0d73995ecdbe4b71"/>
    <p:sldLayoutId xmlns:r="http://schemas.openxmlformats.org/officeDocument/2006/relationships" id="2147483657" r:id="Rc4360156c12d4875"/>
    <p:sldLayoutId xmlns:r="http://schemas.openxmlformats.org/officeDocument/2006/relationships" id="2147483658" r:id="Re474cb2c4d2c4ff4"/>
    <p:sldLayoutId xmlns:r="http://schemas.openxmlformats.org/officeDocument/2006/relationships" id="2147483659" r:id="R42761f1d2a75402b"/>
    <p:sldLayoutId xmlns:r="http://schemas.openxmlformats.org/officeDocument/2006/relationships" id="2147483660" r:id="R498f63ecbdd0453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6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A8020B4-DCDE-46CA-A502-C69D0D1BAE03}"/>
              </a:ext>
            </a:extLst>
          </p:cNvPr>
          <p:cNvCxnSpPr/>
          <p:nvPr/>
        </p:nvCxnSpPr>
        <p:spPr>
          <a:xfrm xmlns:a="http://schemas.openxmlformats.org/drawingml/2006/main">
            <a:off x="7007400" y="3176640"/>
            <a:ext cx="56376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37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E69FC0E-A4CA-4D8A-B50C-D2A8E93291AB}"/>
              </a:ext>
            </a:extLst>
          </p:cNvPr>
          <p:cNvCxnSpPr/>
          <p:nvPr/>
        </p:nvCxnSpPr>
        <p:spPr>
          <a:xfrm xmlns:a="http://schemas.openxmlformats.org/drawingml/2006/main">
            <a:off x="1575000" y="3157920"/>
            <a:ext cx="56340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B3A77D"/>
            </a:solidFill>
            <a:round/>
          </a:ln>
        </p:spPr>
      </p:cxnSp>
      <p:cxnSp>
        <p:nvCxnSpPr>
          <p:cNvPr id="139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D46BE569-E87B-4AD5-B6AD-1412BF28C10D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0216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40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527F42EC-EAAB-44BF-BE4C-AE29BE494B1C}"/>
              </a:ext>
            </a:extLst>
          </p:cNvPr>
          <p:cNvCxnSpPr/>
          <p:nvPr/>
        </p:nvCxnSpPr>
        <p:spPr>
          <a:xfrm xmlns:a="http://schemas.openxmlformats.org/drawingml/2006/main" rot="0" flipH="1" flipV="0">
            <a:off x="1004040" y="117432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cxnSp>
        <p:nvCxnSpPr>
          <p:cNvPr id="142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F0D0B88A-DC63-4433-8D62-076DB3BDE4D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412128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4DB6AC"/>
            </a:solidFill>
            <a:round/>
          </a:ln>
        </p:spPr>
      </p:cxnSp>
      <p:cxnSp>
        <p:nvCxnSpPr>
          <p:cNvPr id="143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29500C9D-D3F8-46E4-AE35-C8E93C9FAA7A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04040" y="3969000"/>
            <a:ext cx="7138080" cy="144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B6AC"/>
            </a:solidFill>
            <a:round/>
          </a:ln>
        </p:spPr>
      </p:cxnSp>
      <p:sp>
        <p:nvSpPr>
          <p:cNvPr id="1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51519ED-EDBF-4D97-8A60-EC10904D0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462600"/>
            <a:ext cx="8519040" cy="67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C177C6-B033-4494-A106-37C88A96251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11760" y="1266480"/>
            <a:ext cx="8519040" cy="3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58624E-C7B1-4540-88A9-2FB2D8E036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667596-5E87-4319-AEDC-B0D7B9FA926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5987f4d2434949e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6b549dacfcb4053"/>
    <p:sldLayoutId xmlns:r="http://schemas.openxmlformats.org/officeDocument/2006/relationships" id="2147483665" r:id="R860398460f634b25"/>
    <p:sldLayoutId xmlns:r="http://schemas.openxmlformats.org/officeDocument/2006/relationships" id="2147483666" r:id="Rc05f72d97c734ebd"/>
    <p:sldLayoutId xmlns:r="http://schemas.openxmlformats.org/officeDocument/2006/relationships" id="2147483667" r:id="Re55fa706e56848b9"/>
    <p:sldLayoutId xmlns:r="http://schemas.openxmlformats.org/officeDocument/2006/relationships" id="2147483668" r:id="R2512b51f235948a1"/>
    <p:sldLayoutId xmlns:r="http://schemas.openxmlformats.org/officeDocument/2006/relationships" id="2147483669" r:id="Rbce5179f0d8b45b6"/>
    <p:sldLayoutId xmlns:r="http://schemas.openxmlformats.org/officeDocument/2006/relationships" id="2147483670" r:id="R82438699dcfb46a3"/>
    <p:sldLayoutId xmlns:r="http://schemas.openxmlformats.org/officeDocument/2006/relationships" id="2147483671" r:id="R04946e7bebe7410f"/>
    <p:sldLayoutId xmlns:r="http://schemas.openxmlformats.org/officeDocument/2006/relationships" id="2147483672" r:id="Rc1ea7f8ac9de4515"/>
    <p:sldLayoutId xmlns:r="http://schemas.openxmlformats.org/officeDocument/2006/relationships" id="2147483673" r:id="Rac691fce2858432b"/>
    <p:sldLayoutId xmlns:r="http://schemas.openxmlformats.org/officeDocument/2006/relationships" id="2147483674" r:id="Ra7a4f1a442bb49f5"/>
    <p:sldLayoutId xmlns:r="http://schemas.openxmlformats.org/officeDocument/2006/relationships" id="2147483675" r:id="Rfa7e40d1d5b44e35"/>
    <p:sldLayoutId xmlns:r="http://schemas.openxmlformats.org/officeDocument/2006/relationships" id="2147483676" r:id="R9450b24875ed4faf"/>
    <p:sldLayoutId xmlns:r="http://schemas.openxmlformats.org/officeDocument/2006/relationships" id="2147483677" r:id="Rb4df3f4a1b094159"/>
    <p:sldLayoutId xmlns:r="http://schemas.openxmlformats.org/officeDocument/2006/relationships" id="2147483678" r:id="Rf8174849dda4405b"/>
    <p:sldLayoutId xmlns:r="http://schemas.openxmlformats.org/officeDocument/2006/relationships" id="2147483679" r:id="Rd710098aae59431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1" r:id="R65148fa0972a45b4"/>
    <p:sldLayoutId xmlns:r="http://schemas.openxmlformats.org/officeDocument/2006/relationships" id="2147483682" r:id="R414863fa9a8644db"/>
    <p:sldLayoutId xmlns:r="http://schemas.openxmlformats.org/officeDocument/2006/relationships" id="2147483683" r:id="Rabf4fff8ccad47e4"/>
    <p:sldLayoutId xmlns:r="http://schemas.openxmlformats.org/officeDocument/2006/relationships" id="2147483684" r:id="R7622dd77702646fb"/>
    <p:sldLayoutId xmlns:r="http://schemas.openxmlformats.org/officeDocument/2006/relationships" id="2147483685" r:id="Rddee4a0c88c34189"/>
    <p:sldLayoutId xmlns:r="http://schemas.openxmlformats.org/officeDocument/2006/relationships" id="2147483686" r:id="R7c983160d2fd42a0"/>
    <p:sldLayoutId xmlns:r="http://schemas.openxmlformats.org/officeDocument/2006/relationships" id="2147483687" r:id="Rdde72f76999a42f3"/>
    <p:sldLayoutId xmlns:r="http://schemas.openxmlformats.org/officeDocument/2006/relationships" id="2147483688" r:id="R4e80397cb8de4824"/>
    <p:sldLayoutId xmlns:r="http://schemas.openxmlformats.org/officeDocument/2006/relationships" id="2147483689" r:id="R7b314334a466438c"/>
    <p:sldLayoutId xmlns:r="http://schemas.openxmlformats.org/officeDocument/2006/relationships" id="2147483690" r:id="R655789e4ae7448f8"/>
    <p:sldLayoutId xmlns:r="http://schemas.openxmlformats.org/officeDocument/2006/relationships" id="2147483691" r:id="Re9d4909aaf074020"/>
    <p:sldLayoutId xmlns:r="http://schemas.openxmlformats.org/officeDocument/2006/relationships" id="2147483692" r:id="R5ba0ec9d6e3d409f"/>
    <p:sldLayoutId xmlns:r="http://schemas.openxmlformats.org/officeDocument/2006/relationships" id="2147483693" r:id="Rb6317fb3ea2e46e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3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4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5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95b2523dbd4cd5" /><Relationship Type="http://schemas.openxmlformats.org/officeDocument/2006/relationships/notesSlide" Target="/ppt/notesSlides/notesSlide1.xml" Id="Rff911e3d3a214c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b80693ea209458b" /><Relationship Type="http://schemas.openxmlformats.org/officeDocument/2006/relationships/notesSlide" Target="/ppt/notesSlides/notesSlide2.xml" Id="R6470ee0b2dc84b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11d5fed527c049e2" /><Relationship Type="http://schemas.openxmlformats.org/officeDocument/2006/relationships/notesSlide" Target="/ppt/notesSlides/notesSlide3.xml" Id="R979b40458238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b46f0e60922044a1" /><Relationship Type="http://schemas.openxmlformats.org/officeDocument/2006/relationships/image" Target="/ppt/media/image.png" Id="R90c17714cea6400f" /><Relationship Type="http://schemas.openxmlformats.org/officeDocument/2006/relationships/image" Target="/ppt/media/image2.png" Id="Rf8309a4fa57d4e16" /><Relationship Type="http://schemas.openxmlformats.org/officeDocument/2006/relationships/notesSlide" Target="/ppt/notesSlides/notesSlide4.xml" Id="R30fc64773ec8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b6fde0501f9c4af0" /><Relationship Type="http://schemas.openxmlformats.org/officeDocument/2006/relationships/image" Target="/ppt/media/image3.png" Id="R5d7649b1a11c4f02" /><Relationship Type="http://schemas.openxmlformats.org/officeDocument/2006/relationships/image" Target="/ppt/media/image4.png" Id="Re7686ae4339b4523" /><Relationship Type="http://schemas.openxmlformats.org/officeDocument/2006/relationships/notesSlide" Target="/ppt/notesSlides/notesSlide5.xml" Id="Red80356173fc44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75516b257c56443c" /><Relationship Type="http://schemas.openxmlformats.org/officeDocument/2006/relationships/image" Target="/ppt/media/image5.png" Id="R5a0a7f539f3f4b31" /><Relationship Type="http://schemas.openxmlformats.org/officeDocument/2006/relationships/image" Target="/ppt/media/image6.png" Id="R9fb409c034784919" /><Relationship Type="http://schemas.openxmlformats.org/officeDocument/2006/relationships/image" Target="/ppt/media/image7.png" Id="R633fefb34e864649" /><Relationship Type="http://schemas.openxmlformats.org/officeDocument/2006/relationships/image" Target="/ppt/media/image8.png" Id="Ree8459e353b44931" /><Relationship Type="http://schemas.openxmlformats.org/officeDocument/2006/relationships/notesSlide" Target="/ppt/notesSlides/notesSlide6.xml" Id="Rb461d98695a84a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36e00cb1d2a147c6" /><Relationship Type="http://schemas.openxmlformats.org/officeDocument/2006/relationships/image" Target="/ppt/media/image9.png" Id="Rd89f5e8b329f4d0a" /><Relationship Type="http://schemas.openxmlformats.org/officeDocument/2006/relationships/image" Target="/ppt/media/image10.png" Id="R0f08221f29d84f56" /><Relationship Type="http://schemas.openxmlformats.org/officeDocument/2006/relationships/image" Target="/ppt/media/image11.png" Id="R88b95fc905a84fdc" /><Relationship Type="http://schemas.openxmlformats.org/officeDocument/2006/relationships/image" Target="/ppt/media/image12.png" Id="Rebed7eaa38fc45e7" /><Relationship Type="http://schemas.openxmlformats.org/officeDocument/2006/relationships/image" Target="/ppt/media/image13.png" Id="Rb91c625c71ab49ef" /><Relationship Type="http://schemas.openxmlformats.org/officeDocument/2006/relationships/notesSlide" Target="/ppt/notesSlides/notesSlide7.xml" Id="R87a4bd9475134f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99bf27803de14797" /><Relationship Type="http://schemas.openxmlformats.org/officeDocument/2006/relationships/image" Target="/ppt/media/image14.png" Id="R46ced324273044ff" /><Relationship Type="http://schemas.openxmlformats.org/officeDocument/2006/relationships/image" Target="/ppt/media/image15.png" Id="R407897ad58864d31" /><Relationship Type="http://schemas.openxmlformats.org/officeDocument/2006/relationships/image" Target="/ppt/media/image16.png" Id="Rb7a0b444a7f94ea8" /><Relationship Type="http://schemas.openxmlformats.org/officeDocument/2006/relationships/notesSlide" Target="/ppt/notesSlides/notesSlide8.xml" Id="Rf165413a1b7a46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8d58390715554a64" /><Relationship Type="http://schemas.openxmlformats.org/officeDocument/2006/relationships/notesSlide" Target="/ppt/notesSlides/notesSlide9.xml" Id="R24cfcebb74dc47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1fa6f8ab8a044053" /><Relationship Type="http://schemas.openxmlformats.org/officeDocument/2006/relationships/notesSlide" Target="/ppt/notesSlides/notesSlide10.xml" Id="R6bbcfb88613e40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0d1a25a264af44ed" /><Relationship Type="http://schemas.openxmlformats.org/officeDocument/2006/relationships/notesSlide" Target="/ppt/notesSlides/notesSlide11.xml" Id="R79cf7e56b00c4b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2d64110ea8d6489d" /><Relationship Type="http://schemas.openxmlformats.org/officeDocument/2006/relationships/notesSlide" Target="/ppt/notesSlides/notesSlide12.xml" Id="R274fbe0a6e1b4d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e708b12b7a2e490f" /><Relationship Type="http://schemas.openxmlformats.org/officeDocument/2006/relationships/image" Target="/ppt/media/image.gif" Id="Rca5b6f65bf3d46ac" /><Relationship Type="http://schemas.openxmlformats.org/officeDocument/2006/relationships/image" Target="/ppt/media/image17.png" Id="R59a8983d453c47cf" /><Relationship Type="http://schemas.openxmlformats.org/officeDocument/2006/relationships/image" Target="/ppt/media/image.jpeg" Id="Rb3f4ff9fca9f4f86" /><Relationship Type="http://schemas.openxmlformats.org/officeDocument/2006/relationships/notesSlide" Target="/ppt/notesSlides/notesSlide13.xml" Id="R22811d30d22e49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d4eb60d7cd124ba6" /><Relationship Type="http://schemas.openxmlformats.org/officeDocument/2006/relationships/notesSlide" Target="/ppt/notesSlides/notesSlide14.xml" Id="R5744341850774d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ba57a0b497a04539" /><Relationship Type="http://schemas.openxmlformats.org/officeDocument/2006/relationships/notesSlide" Target="/ppt/notesSlides/notesSlide15.xml" Id="Rf74fe25c407844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1b487691b85c4253" /><Relationship Type="http://schemas.openxmlformats.org/officeDocument/2006/relationships/notesSlide" Target="/ppt/notesSlides/notesSlide16.xml" Id="Rb6cc97d3944142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42351C9-1C0E-44A0-915E-9FCF1BC88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4040" y="1751760"/>
            <a:ext cx="7135200" cy="102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1440" rIns="0" bIns="91440" anchor="b">
            <a:norm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5400" b="1" u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rPr>
              <a:t>ChessRPG</a:t>
            </a:r>
            <a:endParaRPr sz="5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FB4D55A-4DAB-40BF-85D1-9E1E900B5D7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2137320" y="2850120"/>
            <a:ext cx="4869000" cy="79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1440" rIns="0" bIns="91440" anchor="t">
            <a:norm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張文諺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7176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ED4AC11-9192-4967-B286-8A278B8A4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簡報大綱</a:t>
            </a:r>
          </a:p>
        </p:txBody>
      </p:sp>
      <p:sp>
        <p:nvSpPr>
          <p:cNvPr id="28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129345A-B491-40FD-89CD-724423E8F10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71500" y="914400"/>
            <a:ext cx="781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01  自我介紹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02  遊戲特色與操作流程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03  RPG 規則與傷害屬性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04  核心技術與目前成果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05  開發難題與解決方式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06  後續規劃與職涯目標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07  學習心得</a:t>
            </a:r>
          </a:p>
        </p:txBody>
      </p:sp>
      <p:sp>
        <p:nvSpPr>
          <p:cNvPr id="28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2078A3D-CA20-4E51-8707-95D99243F2C1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D779FB-58E4-43BE-920E-B3E577B5F5F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2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81196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071D799-F5B2-4B91-9F6F-5CBFB646E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1440" rIns="0" bIns="91440" anchor="t">
            <a:normAutofit fontScale="90000"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2540" b="1" u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rPr>
              <a:t>自我介紹</a:t>
            </a:r>
            <a:endParaRPr sz="25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5E7A884-7B0A-44D7-A270-802791AE1A1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71500" y="914400"/>
            <a:ext cx="7905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程式學習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從小學 Scratch 開始，陸續接觸 App Inventor、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HTML、CSS、Python 與 C#。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學歷與工作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嶺東資管系學士，目前擔任 MIS 網管工程師，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曾在電商業擔任行政助理。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課後練習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每週約 20～30 小時，持續累積實作經驗。</a:t>
            </a:r>
          </a:p>
        </p:txBody>
      </p:sp>
      <p:sp>
        <p:nvSpPr>
          <p:cNvPr id="29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BC4A284-8AAA-449C-B00C-95E69D241DFE}"/>
              </a:ext>
            </a:extLst>
          </p:cNvPr>
          <p:cNvSpPr>
            <a:spLocks xmlns:a="http://schemas.openxmlformats.org/drawingml/2006/main" noGrp="1"/>
          </p:cNvSpPr>
          <p:nvPr>
            <p:ph type="sldNum" idx="43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615F10-B7B6-4F06-8D6D-2E0A9F54D7B8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3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13898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AF3930-80C5-442B-963A-2DBE48478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主選單與牌組編輯</a:t>
            </a:r>
          </a:p>
        </p:txBody>
      </p:sp>
      <p:sp>
        <p:nvSpPr>
          <p:cNvPr id="29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32179A4-3A28-46FC-B97D-D06EAEE975A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00050" y="914400"/>
            <a:ext cx="35814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雙人回合制的西洋棋卡牌遊戲，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結合標準走法與 RPG 戰鬥。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主選單提供本機測試、線上對戰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與牌組編輯。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卡庫共 36 張：轉職、事件、場地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各 12 張，可分類、搜尋及篩選。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各卡可選 0～2 張，另外指定起手卡。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儲存後更新摘要，取消保留原牌組。</a:t>
            </a:r>
          </a:p>
        </p:txBody>
      </p:sp>
      <p:sp>
        <p:nvSpPr>
          <p:cNvPr id="29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1640E15-1CE2-45F5-81DC-DE0192BE8951}"/>
              </a:ext>
            </a:extLst>
          </p:cNvPr>
          <p:cNvSpPr>
            <a:spLocks xmlns:a="http://schemas.openxmlformats.org/drawingml/2006/main" noGrp="1"/>
          </p:cNvSpPr>
          <p:nvPr>
            <p:ph type="sldNum" idx="44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2DBF3F-74B3-451E-8384-013855E71F6D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4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CA37BD10-5E3C-4544-8CCC-CC1AB0FBD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17714cea6400f"/>
          <a:srcRect xmlns:a="http://schemas.openxmlformats.org/drawingml/2006/main" l="0" t="372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0100" y="360000"/>
            <a:ext cx="3969540" cy="2234880"/>
          </a:xfrm>
          <a:prstGeom xmlns:a="http://schemas.openxmlformats.org/drawingml/2006/main" prst="rect">
            <a:avLst/>
          </a:prstGeom>
        </p:spPr>
      </p:pic>
      <p:pic>
        <p:nvPicPr>
          <p:cNvPr id="5" name="圖片 4">
            <a:extLst xmlns:a="http://schemas.openxmlformats.org/drawingml/2006/main">
              <a:ext uri="{FF2B5EF4-FFF2-40B4-BE49-F238E27FC236}">
                <a16:creationId xmlns:a16="http://schemas.microsoft.com/office/drawing/2014/main" id="{46424B2D-13C1-4E75-B9A8-0E39359C1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9a4fa57d4e16"/>
          <a:srcRect xmlns:a="http://schemas.openxmlformats.org/drawingml/2006/main" l="0" t="356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9830" y="2594880"/>
            <a:ext cx="3969810" cy="22388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635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689FE8E-A46F-45F9-AF29-A9DB6CF22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線上對戰與房間</a:t>
            </a:r>
          </a:p>
        </p:txBody>
      </p:sp>
      <p:sp>
        <p:nvSpPr>
          <p:cNvPr id="29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7CC1C6-17EE-499E-81DA-766C423255F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00050" y="914400"/>
            <a:ext cx="3581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使用 Photon PUN 建立雙人房間。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Host 建立房間，Client 加入房間。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雙方輸入相同暗語後進入同一局。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主機驗證操作，再同步棋局、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卡牌狀態與傷害演出。</a:t>
            </a:r>
          </a:p>
        </p:txBody>
      </p:sp>
      <p:sp>
        <p:nvSpPr>
          <p:cNvPr id="29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D4456C6-7CAB-458E-AEA2-E5EA2FC7F87A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CA8732-C1C1-43C0-89EE-212953B2C8D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5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164F477E-A272-4454-A2AA-2C305C6D7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649b1a11c4f02"/>
          <a:srcRect xmlns:a="http://schemas.openxmlformats.org/drawingml/2006/main" l="0" t="3856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6856" y="360000"/>
            <a:ext cx="3962784" cy="2228039"/>
          </a:xfrm>
          <a:prstGeom xmlns:a="http://schemas.openxmlformats.org/drawingml/2006/main" prst="rect">
            <a:avLst/>
          </a:prstGeom>
        </p:spPr>
      </p:pic>
      <p:pic>
        <p:nvPicPr>
          <p:cNvPr id="5" name="圖片 4">
            <a:extLst xmlns:a="http://schemas.openxmlformats.org/drawingml/2006/main">
              <a:ext uri="{FF2B5EF4-FFF2-40B4-BE49-F238E27FC236}">
                <a16:creationId xmlns:a16="http://schemas.microsoft.com/office/drawing/2014/main" id="{49C64BDE-7480-4424-8586-1368AFE628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86ae4339b4523"/>
          <a:srcRect xmlns:a="http://schemas.openxmlformats.org/drawingml/2006/main" l="0" t="415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9640" y="2588039"/>
            <a:ext cx="3975007" cy="2228039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B497B0F7-C9EA-C73F-E410-6CED361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3581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連線提示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房間不存在、已滿或連線異常時，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介面顯示失敗原因。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手牌同步只提供自己的牌面，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對手僅收到手牌張數。</a:t>
            </a:r>
          </a:p>
        </p:txBody>
      </p:sp>
    </p:spTree>
    <p:extLst>
      <p:ext uri="{BB962C8B-B14F-4D97-AF65-F5344CB8AC3E}">
        <p14:creationId xmlns:p14="http://schemas.microsoft.com/office/powerpoint/2010/main" val="16934076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B8EACE2-15B7-40BA-BE53-D38191BA8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抽牌、回收與出牌</a:t>
            </a:r>
          </a:p>
        </p:txBody>
      </p:sp>
      <p:sp>
        <p:nvSpPr>
          <p:cNvPr id="30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0049851-5B8D-4076-9EFD-9A7BA8303537}"/>
              </a:ext>
            </a:extLst>
          </p:cNvPr>
          <p:cNvSpPr>
            <a:spLocks xmlns:a="http://schemas.openxmlformats.org/drawingml/2006/main" noGrp="1"/>
          </p:cNvSpPr>
          <p:nvPr>
            <p:ph type="sldNum" idx="46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468453-1BF4-45E0-B3D8-85FC46AB503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6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5777A94-612A-41B1-9CC4-3A707CCE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35814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開局取得牌組設定的起手卡。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每回合可抽 1 張，移動後停止抽牌。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手牌拖到回收格，可重新取得抽牌機會。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符合條件時，卡牌與合法目標會提示。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拖曳至棋子或場地區即可使用。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無法使用時顯示原因，不消耗卡牌。</a:t>
            </a:r>
          </a:p>
        </p:txBody>
      </p:sp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0B775C5E-2A18-487C-98E1-D817F6191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a7f539f3f4b31"/>
          <a:srcRect xmlns:a="http://schemas.openxmlformats.org/drawingml/2006/main" l="0" t="376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9640" y="360000"/>
            <a:ext cx="3960000" cy="2228642"/>
          </a:xfrm>
          <a:prstGeom xmlns:a="http://schemas.openxmlformats.org/drawingml/2006/main" prst="rect">
            <a:avLst/>
          </a:prstGeom>
        </p:spPr>
      </p:pic>
      <p:pic>
        <p:nvPicPr>
          <p:cNvPr id="5" name="圖片 4">
            <a:extLst xmlns:a="http://schemas.openxmlformats.org/drawingml/2006/main">
              <a:ext uri="{FF2B5EF4-FFF2-40B4-BE49-F238E27FC236}">
                <a16:creationId xmlns:a16="http://schemas.microsoft.com/office/drawing/2014/main" id="{E0F92913-81A2-4EAB-B6F7-08BB630D5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409c034784919"/>
          <a:srcRect xmlns:a="http://schemas.openxmlformats.org/drawingml/2006/main" l="0" t="402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4287" y="2588642"/>
            <a:ext cx="3970707" cy="2228642"/>
          </a:xfrm>
          <a:prstGeom xmlns:a="http://schemas.openxmlformats.org/drawingml/2006/main" prst="rect">
            <a:avLst/>
          </a:prstGeom>
        </p:spPr>
      </p:pic>
      <p:pic>
        <p:nvPicPr>
          <p:cNvPr id="7" name="圖片 6">
            <a:extLst xmlns:a="http://schemas.openxmlformats.org/drawingml/2006/main">
              <a:ext uri="{FF2B5EF4-FFF2-40B4-BE49-F238E27FC236}">
                <a16:creationId xmlns:a16="http://schemas.microsoft.com/office/drawing/2014/main" id="{0D439173-C669-4326-9A63-A13F8FBFA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fefb34e86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552" y="2988577"/>
            <a:ext cx="1905186" cy="1827897"/>
          </a:xfrm>
          <a:prstGeom xmlns:a="http://schemas.openxmlformats.org/drawingml/2006/main" prst="rect">
            <a:avLst/>
          </a:prstGeom>
        </p:spPr>
      </p:pic>
      <p:pic>
        <p:nvPicPr>
          <p:cNvPr id="9" name="圖片 8">
            <a:extLst xmlns:a="http://schemas.openxmlformats.org/drawingml/2006/main">
              <a:ext uri="{FF2B5EF4-FFF2-40B4-BE49-F238E27FC236}">
                <a16:creationId xmlns:a16="http://schemas.microsoft.com/office/drawing/2014/main" id="{3B351B81-A86C-4D78-A150-512672F74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459e353b44931"/>
          <a:srcRect xmlns:a="http://schemas.openxmlformats.org/drawingml/2006/main" l="0" t="6015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73581" y="2997200"/>
            <a:ext cx="1940889" cy="18278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865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6BE335E-21AE-4320-910A-EF65A69BC9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HP、勝負與特殊走法</a:t>
            </a:r>
          </a:p>
        </p:txBody>
      </p:sp>
      <p:sp>
        <p:nvSpPr>
          <p:cNvPr id="30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6A7F071-141E-4F98-AA70-A5DD05964A32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BEA120-B997-4AA1-B1FA-83B037105F2A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7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698896A2-EE4B-40FB-9270-17D0F7CC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35814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雙方各有 100 HP，吃子與卡牌能造成傷害。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對手 HP 歸零或國王被將死即可獲勝。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血腥瑪麗等特殊卡可改變勝負判定。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長槍兵改變兵的走法，護城河限制路徑。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出牌前會預覽棋盤變化並檢查國王安全，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防止卡牌造成非法將軍或暴露己方國王。</a:t>
            </a:r>
          </a:p>
        </p:txBody>
      </p:sp>
      <p:pic>
        <p:nvPicPr>
          <p:cNvPr id="5" name="圖片 4">
            <a:extLst xmlns:a="http://schemas.openxmlformats.org/drawingml/2006/main">
              <a:ext uri="{FF2B5EF4-FFF2-40B4-BE49-F238E27FC236}">
                <a16:creationId xmlns:a16="http://schemas.microsoft.com/office/drawing/2014/main" id="{4F04F775-48CE-4E75-8CF3-FB3886AED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f5e8b329f4d0a"/>
          <a:srcRect xmlns:a="http://schemas.openxmlformats.org/drawingml/2006/main" l="0" t="385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7481" y="360001"/>
            <a:ext cx="3959640" cy="2226368"/>
          </a:xfrm>
          <a:prstGeom xmlns:a="http://schemas.openxmlformats.org/drawingml/2006/main" prst="rect">
            <a:avLst/>
          </a:prstGeom>
        </p:spPr>
      </p:pic>
      <p:pic>
        <p:nvPicPr>
          <p:cNvPr id="11" name="圖片 10">
            <a:extLst xmlns:a="http://schemas.openxmlformats.org/drawingml/2006/main">
              <a:ext uri="{FF2B5EF4-FFF2-40B4-BE49-F238E27FC236}">
                <a16:creationId xmlns:a16="http://schemas.microsoft.com/office/drawing/2014/main" id="{DF3452B3-CD58-44E2-8523-C72A1ABAF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8221f29d84f56"/>
          <a:srcRect xmlns:a="http://schemas.openxmlformats.org/drawingml/2006/main" l="0" t="670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7481" y="2586369"/>
            <a:ext cx="3959640" cy="2001075"/>
          </a:xfrm>
          <a:prstGeom xmlns:a="http://schemas.openxmlformats.org/drawingml/2006/main" prst="rect">
            <a:avLst/>
          </a:prstGeom>
        </p:spPr>
      </p:pic>
      <p:pic>
        <p:nvPicPr>
          <p:cNvPr id="13" name="圖片 12">
            <a:extLst xmlns:a="http://schemas.openxmlformats.org/drawingml/2006/main">
              <a:ext uri="{FF2B5EF4-FFF2-40B4-BE49-F238E27FC236}">
                <a16:creationId xmlns:a16="http://schemas.microsoft.com/office/drawing/2014/main" id="{568CEBB1-B47B-4ABA-885A-093C6BE0D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95fc905a84f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5185" y="2829967"/>
            <a:ext cx="1225041" cy="1701693"/>
          </a:xfrm>
          <a:prstGeom xmlns:a="http://schemas.openxmlformats.org/drawingml/2006/main" prst="rect">
            <a:avLst/>
          </a:prstGeom>
        </p:spPr>
      </p:pic>
      <p:pic>
        <p:nvPicPr>
          <p:cNvPr id="15" name="圖片 14">
            <a:extLst xmlns:a="http://schemas.openxmlformats.org/drawingml/2006/main">
              <a:ext uri="{FF2B5EF4-FFF2-40B4-BE49-F238E27FC236}">
                <a16:creationId xmlns:a16="http://schemas.microsoft.com/office/drawing/2014/main" id="{CB0F8179-CEFD-40F5-8DAA-2D88E1BDA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d7eaa38fc45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6827" y="2829967"/>
            <a:ext cx="1258357" cy="1701693"/>
          </a:xfrm>
          <a:prstGeom xmlns:a="http://schemas.openxmlformats.org/drawingml/2006/main" prst="rect">
            <a:avLst/>
          </a:prstGeom>
        </p:spPr>
      </p:pic>
      <p:pic>
        <p:nvPicPr>
          <p:cNvPr id="17" name="圖片 16">
            <a:extLst xmlns:a="http://schemas.openxmlformats.org/drawingml/2006/main">
              <a:ext uri="{FF2B5EF4-FFF2-40B4-BE49-F238E27FC236}">
                <a16:creationId xmlns:a16="http://schemas.microsoft.com/office/drawing/2014/main" id="{8D97CB70-0322-4377-B48D-4AB8DACC7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c625c71ab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151" y="3143667"/>
            <a:ext cx="1022518" cy="13764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878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6CE200B-29C8-4D34-BEDC-8B0939D52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場地卡與合成</a:t>
            </a:r>
          </a:p>
        </p:txBody>
      </p:sp>
      <p:sp>
        <p:nvSpPr>
          <p:cNvPr id="3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9BA0907-39E2-4632-A5FA-16699BA751C2}"/>
              </a:ext>
            </a:extLst>
          </p:cNvPr>
          <p:cNvSpPr>
            <a:spLocks xmlns:a="http://schemas.openxmlformats.org/drawingml/2006/main" noGrp="1"/>
          </p:cNvSpPr>
          <p:nvPr>
            <p:ph type="sldNum" idx="48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E7C127-A4D4-414F-BF23-DB41B913F93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8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5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2EA9A0A8-4254-4BAF-834C-29B2F321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35814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場上最多放置 2 張場地卡。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場地效果可影響雙方，需配合牌組使用。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符合配方的場地會合成進階卡。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例如「火山＋火山」合成「熔岩高原」，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讓持續傷害成為另一種取勝手段。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F12 另支援切換普通西洋棋規則。</a:t>
            </a:r>
          </a:p>
        </p:txBody>
      </p:sp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4F6D9E17-3897-4EFE-B408-4CBEC64F13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ed324273044ff"/>
          <a:srcRect xmlns:a="http://schemas.openxmlformats.org/drawingml/2006/main" l="0" t="402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7480" y="372410"/>
            <a:ext cx="3959639" cy="2222430"/>
          </a:xfrm>
          <a:prstGeom xmlns:a="http://schemas.openxmlformats.org/drawingml/2006/main" prst="rect">
            <a:avLst/>
          </a:prstGeom>
        </p:spPr>
      </p:pic>
      <p:pic>
        <p:nvPicPr>
          <p:cNvPr id="5" name="圖片 4">
            <a:extLst xmlns:a="http://schemas.openxmlformats.org/drawingml/2006/main">
              <a:ext uri="{FF2B5EF4-FFF2-40B4-BE49-F238E27FC236}">
                <a16:creationId xmlns:a16="http://schemas.microsoft.com/office/drawing/2014/main" id="{67896BFC-FB56-454F-827E-AE0EDC2AF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897ad58864d31"/>
          <a:srcRect xmlns:a="http://schemas.openxmlformats.org/drawingml/2006/main" l="69634" t="26556" r="0" b="39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212" y="2683679"/>
            <a:ext cx="3310528" cy="2150041"/>
          </a:xfrm>
          <a:prstGeom xmlns:a="http://schemas.openxmlformats.org/drawingml/2006/main" prst="rect">
            <a:avLst/>
          </a:prstGeom>
        </p:spPr>
      </p:pic>
      <p:pic>
        <p:nvPicPr>
          <p:cNvPr id="7" name="圖片 6">
            <a:extLst xmlns:a="http://schemas.openxmlformats.org/drawingml/2006/main">
              <a:ext uri="{FF2B5EF4-FFF2-40B4-BE49-F238E27FC236}">
                <a16:creationId xmlns:a16="http://schemas.microsoft.com/office/drawing/2014/main" id="{B5EFD012-B61E-419D-AA07-576DC5D5A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0b444a7f94ea8"/>
          <a:srcRect xmlns:a="http://schemas.openxmlformats.org/drawingml/2006/main" l="0" t="435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8566" y="2594840"/>
            <a:ext cx="3973209" cy="22224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393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A207B93-B66C-4458-819A-BFA72B93A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RPG 規則與關鍵字</a:t>
            </a:r>
          </a:p>
        </p:txBody>
      </p:sp>
      <p:sp>
        <p:nvSpPr>
          <p:cNvPr id="3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5BACA-7F03-41C0-955A-6565FFAB7458}"/>
              </a:ext>
            </a:extLst>
          </p:cNvPr>
          <p:cNvSpPr>
            <a:spLocks xmlns:a="http://schemas.openxmlformats.org/drawingml/2006/main" noGrp="1"/>
          </p:cNvSpPr>
          <p:nvPr>
            <p:ph type="sldNum" idx="49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7496DB-015C-44B4-B324-57B8B0872006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9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318" name="表格 317">
            <a:extLst xmlns:a="http://schemas.openxmlformats.org/drawingml/2006/main">
              <a:ext uri="{FF2B5EF4-FFF2-40B4-BE49-F238E27FC236}">
                <a16:creationId xmlns:a16="http://schemas.microsoft.com/office/drawing/2014/main" id="{63C539F2-D14E-4571-926F-C03278AAA1B0}"/>
              </a:ext>
            </a:extLst>
          </p:cNvPr>
          <p:cNvGraphicFramePr/>
          <p:nvPr/>
        </p:nvGraphicFramePr>
        <p:xfrm>
          <a:off xmlns:a="http://schemas.openxmlformats.org/drawingml/2006/main" x="3600000" y="723600"/>
          <a:ext xmlns:a="http://schemas.openxmlformats.org/drawingml/2006/main" cx="4858560" cy="40924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7400"/>
                <a:gridCol w="4151160"/>
              </a:tblGrid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規則名稱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效果</a:t>
                      </a:r>
                      <a:r>
                        <a:rPr sz="10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說明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轉職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為棋子裝備卡片 一枚棋子只能裝備一張轉職卡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事件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一次性發動的效果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0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場地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最多 2 張，依卡牌規則持續生效；特定組合可合成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指示物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特定卡片產生的特殊棋子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遺言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棋子被吃子時發動效果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增傷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增加當次造成的傷害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弱化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減少當次造成的傷害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易傷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增加當次受到的傷害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減傷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減少當次受到的傷害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攻擊力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吃子結算時加入傷害的棋子數值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價值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被吃棋子的數值，加入吃子傷害結算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休戰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最終傷害歸 0</a:t>
                      </a: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禁療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最終治療歸</a:t>
                      </a: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66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主動技能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部分轉職卡持有的特殊技能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marT="45720" marB="4572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31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207981D-C2E0-45FD-B8A8-A9D186CD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30480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保留西洋棋基本規則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吃子、吃過路兵、升變、易位、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將軍與將死。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加入卡牌與狀態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裝備轉職、施放事件、配置場地，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在指定時機觸發效果。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資訊提示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卡牌說明提供關鍵字解釋，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協助理解增傷、減傷與特殊規則。</a:t>
            </a:r>
          </a:p>
        </p:txBody>
      </p:sp>
    </p:spTree>
    <p:extLst>
      <p:ext uri="{BB962C8B-B14F-4D97-AF65-F5344CB8AC3E}">
        <p14:creationId xmlns:p14="http://schemas.microsoft.com/office/powerpoint/2010/main" val="11494369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C6DFD7E-B4B5-4E81-9360-85EA90C0B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傷害屬性與修正規則</a:t>
            </a:r>
          </a:p>
        </p:txBody>
      </p:sp>
      <p:sp>
        <p:nvSpPr>
          <p:cNvPr id="32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64DEF2B-3D54-4D66-A575-2BD435FE3E22}"/>
              </a:ext>
            </a:extLst>
          </p:cNvPr>
          <p:cNvSpPr>
            <a:spLocks xmlns:a="http://schemas.openxmlformats.org/drawingml/2006/main" noGrp="1"/>
          </p:cNvSpPr>
          <p:nvPr>
            <p:ph type="sldNum" idx="50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D15CEB-99F9-40FF-8BF1-6519D945B7E8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10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322" name="表格 321">
            <a:extLst xmlns:a="http://schemas.openxmlformats.org/drawingml/2006/main">
              <a:ext uri="{FF2B5EF4-FFF2-40B4-BE49-F238E27FC236}">
                <a16:creationId xmlns:a16="http://schemas.microsoft.com/office/drawing/2014/main" id="{619FAC3B-836B-4D60-AD9E-EBDA1A7396B6}"/>
              </a:ext>
            </a:extLst>
          </p:cNvPr>
          <p:cNvGraphicFramePr/>
          <p:nvPr/>
        </p:nvGraphicFramePr>
        <p:xfrm>
          <a:off xmlns:a="http://schemas.openxmlformats.org/drawingml/2006/main" x="243000" y="736200"/>
          <a:ext xmlns:a="http://schemas.openxmlformats.org/drawingml/2006/main" cx="8521920" cy="4039920"/>
        </p:xfrm>
        <a:graphic xmlns:a="http://schemas.openxmlformats.org/drawingml/2006/main">
          <a:graphicData uri="http://schemas.openxmlformats.org/drawingml/2006/table">
            <a:tbl>
              <a:tblPr>
                <a:effectLst>
                  <a:outerShdw blurRad="635040" dist="50402" dir="2700000" rotWithShape="0">
                    <a:srgbClr val="808080">
                      <a:alpha val="50000"/>
                    </a:srgbClr>
                  </a:outerShdw>
                </a:effectLst>
              </a:tblPr>
              <a:tblGrid>
                <a:gridCol w="1022400"/>
                <a:gridCol w="4619520"/>
                <a:gridCol w="496800"/>
                <a:gridCol w="483120"/>
                <a:gridCol w="503280"/>
                <a:gridCol w="496800"/>
                <a:gridCol w="900000"/>
              </a:tblGrid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屬性類型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效果說明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增傷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弱化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易傷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減傷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屬性增傷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50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無屬性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預設傷害類型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50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FF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火屬性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接受一般修正與火屬性加成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50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729FC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電屬性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略過一般增傷與弱化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77BC65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毒屬性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依狀態在移動或回合結束時觸發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80008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詛咒屬性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noFill/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回合結束觸發，被吃後可轉移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 cap="none" spc="0" baseline="0">
                          <a:ln w="0"/>
                          <a:gradFill>
                            <a:gsLst>
                              <a:gs pos="21000">
                                <a:srgbClr val="53575C"/>
                              </a:gs>
                              <a:gs pos="88000">
                                <a:srgbClr val="C5C7CA"/>
                              </a:gs>
                            </a:gsLst>
                            <a:lin ang="5400000"/>
                          </a:gradFill>
                          <a:latin typeface="新細明體"/>
                          <a:ea typeface="新細明體"/>
                          <a:cs typeface="新細明體"/>
                        </a:rPr>
                        <a:t>真實傷害</a:t>
                      </a:r>
                      <a:endParaRPr sz="1200" b="0" u="none" strike="noStrike" cap="none" spc="0" baseline="0">
                        <a:ln w="0"/>
                        <a:gradFill>
                          <a:gsLst>
                            <a:gs pos="21000">
                              <a:srgbClr val="53575C"/>
                            </a:gs>
                            <a:gs pos="88000">
                              <a:srgbClr val="C5C7CA"/>
                            </a:gs>
                          </a:gsLst>
                          <a:lin ang="5400000"/>
                        </a:gra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noFill/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略過一般與屬性增減傷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cmpd="sng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50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C9211E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代價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 cmpd="sng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直接支付 HP，不套用增減傷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3143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B62856A-086D-45AB-893E-5C41D5B94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核心技術與目前成果</a:t>
            </a:r>
          </a:p>
        </p:txBody>
      </p:sp>
      <p:sp>
        <p:nvSpPr>
          <p:cNvPr id="3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4505BE4-C01D-401D-BCCC-0F26E00592E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33400" y="952500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Unity 6 與 UGUI：棋盤互動、牌組編輯及卡牌提示。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ScriptableObject：36 張 CardAsset，資料與對局狀態分離。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Photon PUN：主機驗證指令、同步對局及隱藏對手手牌。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佇列與演出流程：依序顯示修正來源、最終傷害及 HP 變動。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Prefab 與 URP：4 款狀態待機特效已接入卡牌。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回歸工具：涵蓋核心規則、牌組、傷害、國王安全及特效。</a:t>
            </a:r>
          </a:p>
        </p:txBody>
      </p:sp>
      <p:sp>
        <p:nvSpPr>
          <p:cNvPr id="32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2D1AEC0-FBC7-4B3A-ABBD-87F144522C8A}"/>
              </a:ext>
            </a:extLst>
          </p:cNvPr>
          <p:cNvSpPr>
            <a:spLocks xmlns:a="http://schemas.openxmlformats.org/drawingml/2006/main" noGrp="1"/>
          </p:cNvSpPr>
          <p:nvPr>
            <p:ph type="sldNum" idx="51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05BBC2-9B6C-4D29-95FD-33C22B05A916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11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93432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50469DC-75CE-4FF0-A2EE-557A632E5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開發難題與目前限制</a:t>
            </a:r>
          </a:p>
        </p:txBody>
      </p:sp>
      <p:sp>
        <p:nvSpPr>
          <p:cNvPr id="3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BA34DF5-2B36-4910-AC44-ED5C95C4ABD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33400" y="914400"/>
            <a:ext cx="80962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特殊走法與國王安全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出牌會改變攻擊範圍，必須同時檢查雙方國王。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多人同步與手牌隱私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處理重複指令、非法來源及僅傳送接收者可見資訊。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規則計算與視覺演出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多目標傷害、增減傷與動畫必須維持相同結算順序。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尚待完成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雙端連線與效能仍待驗收，完整斷線續局尚未實作。</a:t>
            </a:r>
          </a:p>
        </p:txBody>
      </p:sp>
      <p:sp>
        <p:nvSpPr>
          <p:cNvPr id="3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69114CC-3D89-4625-8E90-11BCC01EC5F3}"/>
              </a:ext>
            </a:extLst>
          </p:cNvPr>
          <p:cNvSpPr>
            <a:spLocks xmlns:a="http://schemas.openxmlformats.org/drawingml/2006/main" noGrp="1"/>
          </p:cNvSpPr>
          <p:nvPr>
            <p:ph type="sldNum" idx="52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2259DD-7438-44DA-987A-D9F9033B87B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12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05959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D1A0ADE-AC68-44CA-A511-5A5151E0C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問題解決與驗證方式</a:t>
            </a:r>
          </a:p>
        </p:txBody>
      </p:sp>
      <p:sp>
        <p:nvSpPr>
          <p:cNvPr id="3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E1F01ED-09DC-47DA-974C-EFF523573B6F}"/>
              </a:ext>
            </a:extLst>
          </p:cNvPr>
          <p:cNvSpPr>
            <a:spLocks xmlns:a="http://schemas.openxmlformats.org/drawingml/2006/main" noGrp="1"/>
          </p:cNvSpPr>
          <p:nvPr>
            <p:ph type="sldNum" idx="53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5E676D-241E-49F8-9483-8B7D89D9442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13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31" name="圖片 2">
            <a:extLst xmlns:a="http://schemas.openxmlformats.org/drawingml/2006/main">
              <a:ext uri="{FF2B5EF4-FFF2-40B4-BE49-F238E27FC236}">
                <a16:creationId xmlns:a16="http://schemas.microsoft.com/office/drawing/2014/main" id="{4E9CC97E-61BE-4462-8118-8210F03F8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b6f65bf3d46ac"/>
          <a:stretch xmlns:a="http://schemas.openxmlformats.org/drawingml/2006/main"/>
        </p:blipFill>
        <p:spPr>
          <a:xfrm xmlns:a="http://schemas.openxmlformats.org/drawingml/2006/main">
            <a:off x="5048250" y="3857625"/>
            <a:ext cx="1476375" cy="737711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332" name="圖片 3">
            <a:extLst xmlns:a="http://schemas.openxmlformats.org/drawingml/2006/main">
              <a:ext uri="{FF2B5EF4-FFF2-40B4-BE49-F238E27FC236}">
                <a16:creationId xmlns:a16="http://schemas.microsoft.com/office/drawing/2014/main" id="{22A9826D-6FF3-4E5F-8722-AADA33CCA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8983d453c47cf"/>
          <a:stretch xmlns:a="http://schemas.openxmlformats.org/drawingml/2006/main"/>
        </p:blipFill>
        <p:spPr>
          <a:xfrm xmlns:a="http://schemas.openxmlformats.org/drawingml/2006/main">
            <a:off x="4953000" y="952500"/>
            <a:ext cx="3619500" cy="2658904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333" name="圖片 7">
            <a:extLst xmlns:a="http://schemas.openxmlformats.org/drawingml/2006/main">
              <a:ext uri="{FF2B5EF4-FFF2-40B4-BE49-F238E27FC236}">
                <a16:creationId xmlns:a16="http://schemas.microsoft.com/office/drawing/2014/main" id="{EEF01034-1C05-40FE-B119-D71ADA7C6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4ff9fca9f4f86"/>
          <a:stretch xmlns:a="http://schemas.openxmlformats.org/drawingml/2006/main"/>
        </p:blipFill>
        <p:spPr>
          <a:xfrm xmlns:a="http://schemas.openxmlformats.org/drawingml/2006/main">
            <a:off x="6858000" y="3810000"/>
            <a:ext cx="1476375" cy="853154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BA490CC-0729-4DF1-BDC4-94095C6B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"/>
            <a:ext cx="4333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規則預覽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先模擬卡牌效果、檢查合法性，再還原棋盤。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連線驗證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檢查來源、序號與牌組，阻擋重複或非法指令。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可重現的回歸案例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以火球、火山、聖騎士等組合核對傷害與演出。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開發工具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使用 AI 協助分析與修正，搭配 Git 保留變更，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再以測試及實際操作確認結果。</a:t>
            </a:r>
          </a:p>
        </p:txBody>
      </p:sp>
    </p:spTree>
    <p:extLst>
      <p:ext uri="{BB962C8B-B14F-4D97-AF65-F5344CB8AC3E}">
        <p14:creationId xmlns:p14="http://schemas.microsoft.com/office/powerpoint/2010/main" val="20481071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FE115FB-9ABA-4323-BFE0-2DA70DFAC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已完成進展與後續規劃</a:t>
            </a:r>
          </a:p>
        </p:txBody>
      </p:sp>
      <p:sp>
        <p:nvSpPr>
          <p:cNvPr id="3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8C04504-1AE7-4EE8-BECE-50E4E403E01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33400" y="914400"/>
            <a:ext cx="8096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近期進展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完成牌組篩選、卡牌關鍵字提示與傷害分段演出。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貞德、血腥瑪麗、電網及毒蛇已接入待機特效。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優先補齊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驗收雙端連線與效能；補上新版電網主動操作及同步。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確認毒／詛咒疊層規則，持續調整平衡與操作回饋。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後續擴充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更多卡牌、世界觀、專屬動畫與玩家角色表現。</a:t>
            </a:r>
          </a:p>
        </p:txBody>
      </p:sp>
      <p:sp>
        <p:nvSpPr>
          <p:cNvPr id="3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FDD9772-A3B9-404C-94A0-3DF4FFA86C24}"/>
              </a:ext>
            </a:extLst>
          </p:cNvPr>
          <p:cNvSpPr>
            <a:spLocks xmlns:a="http://schemas.openxmlformats.org/drawingml/2006/main" noGrp="1"/>
          </p:cNvSpPr>
          <p:nvPr>
            <p:ph type="sldNum" idx="54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70B579-853B-4014-9584-929AD31C4ED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14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68816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F038A95-64B0-4B4E-BEE5-A8E0DD8EF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合作方向與職涯目標</a:t>
            </a:r>
          </a:p>
        </p:txBody>
      </p:sp>
      <p:sp>
        <p:nvSpPr>
          <p:cNvPr id="33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9441741-CE9E-4A16-B20E-F925C119ACC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71500" y="1143000"/>
            <a:ext cx="781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目前暫不徵求合作夥伴。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希望先投入遊戲相關工作，累積實務開發經驗。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以 ChessRPG 持續完善玩法與技術作品集。</a:t>
            </a:r>
          </a:p>
        </p:txBody>
      </p:sp>
      <p:sp>
        <p:nvSpPr>
          <p:cNvPr id="33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EC1BCEE-61C0-4997-BBCE-B089FD84C03B}"/>
              </a:ext>
            </a:extLst>
          </p:cNvPr>
          <p:cNvSpPr>
            <a:spLocks xmlns:a="http://schemas.openxmlformats.org/drawingml/2006/main" noGrp="1"/>
          </p:cNvSpPr>
          <p:nvPr>
            <p:ph type="sldNum" idx="55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90F551-807C-400E-9E8F-E845EB178F0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15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581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2C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EAD25E8-1E76-492D-BD80-E387981DC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60" y="273600"/>
            <a:ext cx="8519040" cy="42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學習心得與未來期許</a:t>
            </a:r>
          </a:p>
        </p:txBody>
      </p:sp>
      <p:sp>
        <p:nvSpPr>
          <p:cNvPr id="3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F3DD085-4E34-4292-8A91-A92C74BDA15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8150" y="1000125"/>
            <a:ext cx="8191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學習心得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透過持續練習與完成專案，逐步提升自己的程式能力。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專案實作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從棋盤規則延伸到卡牌系統、多人連線與戰鬥演出。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未來目標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進入遊戲公司，參與大型專案並累積團隊開發經驗。</a:t>
            </a:r>
          </a:p>
        </p:txBody>
      </p:sp>
      <p:sp>
        <p:nvSpPr>
          <p:cNvPr id="34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555C315-3F0B-48DB-84FA-6BE6B72E9F83}"/>
              </a:ext>
            </a:extLst>
          </p:cNvPr>
          <p:cNvSpPr>
            <a:spLocks xmlns:a="http://schemas.openxmlformats.org/drawingml/2006/main" noGrp="1"/>
          </p:cNvSpPr>
          <p:nvPr>
            <p:ph type="sldNum" idx="56"/>
          </p:nvPr>
        </p:nvSpPr>
        <p:spPr>
          <a:xfrm xmlns:a="http://schemas.openxmlformats.org/drawingml/2006/main">
            <a:off x="8472600" y="4663080"/>
            <a:ext cx="547200" cy="3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1440" rIns="90000" bIns="91440" anchor="ctr">
            <a:norm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104B3D-BC86-47B3-858E-3BA1DECE18C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16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267739"/>
      </p:ext>
    </p:extLst>
  </p:cSld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2026-10-27T13:34:30.0690000Z</dcterms:created>
  <dcterms:modified xsi:type="dcterms:W3CDTF">2026-10-27T13:34:30.0690000Z</dcterms:modified>
</coreProperties>
</file>